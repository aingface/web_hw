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851" r:id="rId1"/>
  </p:sldMasterIdLst>
  <p:notesMasterIdLst>
    <p:notesMasterId r:id="rId3"/>
  </p:notesMasterIdLst>
  <p:handoutMasterIdLst>
    <p:handoutMasterId r:id="rId4"/>
  </p:handoutMasterIdLst>
  <p:sldIdLst>
    <p:sldId id="607" r:id="rId2"/>
  </p:sldIdLst>
  <p:sldSz cx="9144000" cy="6858000" type="screen4x3"/>
  <p:notesSz cx="6669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Lee" initials="DL" lastIdx="2" clrIdx="0">
    <p:extLst>
      <p:ext uri="{19B8F6BF-5375-455C-9EA6-DF929625EA0E}">
        <p15:presenceInfo xmlns:p15="http://schemas.microsoft.com/office/powerpoint/2012/main" userId="Dr. Le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307C"/>
    <a:srgbClr val="FFAFE4"/>
    <a:srgbClr val="4F81BD"/>
    <a:srgbClr val="4BFF9C"/>
    <a:srgbClr val="004DA1"/>
    <a:srgbClr val="FFE697"/>
    <a:srgbClr val="F2F2F2"/>
    <a:srgbClr val="15C2FF"/>
    <a:srgbClr val="FF89D8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5570" autoAdjust="0"/>
  </p:normalViewPr>
  <p:slideViewPr>
    <p:cSldViewPr>
      <p:cViewPr varScale="1">
        <p:scale>
          <a:sx n="88" d="100"/>
          <a:sy n="88" d="100"/>
        </p:scale>
        <p:origin x="1114" y="72"/>
      </p:cViewPr>
      <p:guideLst>
        <p:guide orient="horz" pos="211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113A633-BA00-4C17-9DA7-A71441A6518D}" type="datetime1">
              <a:rPr lang="ko-KR" altLang="en-US"/>
              <a:pPr lvl="0">
                <a:defRPr/>
              </a:pPr>
              <a:t>2021-05-12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76C8778-D38E-47A4-9CEC-97CE0BD51AD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eaLnBrk="1" latinLnBrk="1" hangingPunct="1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eaLnBrk="1" latinLnBrk="1" hangingPunct="1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fld id="{7738E003-E3B5-4387-AB92-33D5812F69EE}" type="datetime1">
              <a:rPr lang="ko-KR" altLang="en-US"/>
              <a:pPr>
                <a:defRPr/>
              </a:pPr>
              <a:t>2021-05-12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eaLnBrk="1" latinLnBrk="1" hangingPunct="1">
              <a:defRPr sz="1200">
                <a:latin typeface="굴림"/>
                <a:ea typeface="굴림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2F3DFDC5-4484-48DC-B0F4-FD274DFABF2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96FF6-6481-4C08-B338-4602B988B193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BCFF298-9473-41E7-96F1-F6B12553E146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0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52">
            <a:extLst>
              <a:ext uri="{FF2B5EF4-FFF2-40B4-BE49-F238E27FC236}">
                <a16:creationId xmlns:a16="http://schemas.microsoft.com/office/drawing/2014/main" id="{62366895-258B-494B-923D-57C1917A3711}"/>
              </a:ext>
            </a:extLst>
          </p:cNvPr>
          <p:cNvSpPr/>
          <p:nvPr userDrawn="1"/>
        </p:nvSpPr>
        <p:spPr>
          <a:xfrm>
            <a:off x="-11112" y="-27384"/>
            <a:ext cx="9155111" cy="989977"/>
          </a:xfrm>
          <a:prstGeom prst="roundRect">
            <a:avLst>
              <a:gd name="adj" fmla="val 0"/>
            </a:avLst>
          </a:prstGeom>
          <a:gradFill>
            <a:gsLst>
              <a:gs pos="76000">
                <a:srgbClr val="004DA1"/>
              </a:gs>
              <a:gs pos="0">
                <a:srgbClr val="142C46"/>
              </a:gs>
              <a:gs pos="25000">
                <a:srgbClr val="0B4C86"/>
              </a:gs>
            </a:gsLst>
            <a:path path="circle">
              <a:fillToRect l="100000" t="100000"/>
            </a:path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B9E341-3C6D-4E81-9D0C-55F962A68B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6377" y="1296988"/>
            <a:ext cx="8303079" cy="4829176"/>
          </a:xfrm>
        </p:spPr>
        <p:txBody>
          <a:bodyPr/>
          <a:lstStyle>
            <a:lvl1pPr marL="269875" indent="-269875" algn="just">
              <a:spcAft>
                <a:spcPts val="500"/>
              </a:spcAft>
              <a:buClr>
                <a:srgbClr val="FF0000"/>
              </a:buClr>
              <a:buSzPct val="110000"/>
              <a:buFontTx/>
              <a:buBlip>
                <a:blip r:embed="rId2"/>
              </a:buBlip>
              <a:defRPr sz="2400" b="1">
                <a:ln w="6350">
                  <a:solidFill>
                    <a:schemeClr val="tx1"/>
                  </a:solidFill>
                </a:ln>
                <a:solidFill>
                  <a:srgbClr val="008294"/>
                </a:solidFill>
              </a:defRPr>
            </a:lvl1pPr>
            <a:lvl2pPr marL="576000" indent="-198000" algn="just">
              <a:spcBef>
                <a:spcPts val="400"/>
              </a:spcBef>
              <a:spcAft>
                <a:spcPts val="400"/>
              </a:spcAft>
              <a:buSzPct val="100000"/>
              <a:buFontTx/>
              <a:buBlip>
                <a:blip r:embed="rId3"/>
              </a:buBlip>
              <a:defRPr sz="1800" b="1"/>
            </a:lvl2pPr>
            <a:lvl3pPr marL="954000" indent="-180000" algn="just">
              <a:buFont typeface="Wingdings" panose="05000000000000000000" pitchFamily="2" charset="2"/>
              <a:buChar char="§"/>
              <a:defRPr sz="1600" b="1"/>
            </a:lvl3pPr>
            <a:lvl4pPr algn="just">
              <a:buNone/>
              <a:defRPr sz="700" b="1"/>
            </a:lvl4pPr>
            <a:lvl5pPr>
              <a:defRPr sz="1400" b="1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ko-KR" altLang="en-US" dirty="0"/>
          </a:p>
        </p:txBody>
      </p:sp>
      <p:sp>
        <p:nvSpPr>
          <p:cNvPr id="14" name="날짜 개체 틀 3">
            <a:extLst>
              <a:ext uri="{FF2B5EF4-FFF2-40B4-BE49-F238E27FC236}">
                <a16:creationId xmlns:a16="http://schemas.microsoft.com/office/drawing/2014/main" id="{45520F72-40FD-4DAF-8540-631EFEEF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z="1000" b="1"/>
            </a:lvl1pPr>
          </a:lstStyle>
          <a:p>
            <a:pPr>
              <a:defRPr/>
            </a:pPr>
            <a:fld id="{A3897CB9-8D36-4D85-B9ED-45767B1F2F3B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16" name="바닥글 개체 틀 4">
            <a:extLst>
              <a:ext uri="{FF2B5EF4-FFF2-40B4-BE49-F238E27FC236}">
                <a16:creationId xmlns:a16="http://schemas.microsoft.com/office/drawing/2014/main" id="{89179D79-84BB-4E14-B931-81628775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 sz="1000" b="1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C5E97612-D549-4D0E-B874-2568CE5F0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8880" y="6525344"/>
            <a:ext cx="2133600" cy="196131"/>
          </a:xfrm>
        </p:spPr>
        <p:txBody>
          <a:bodyPr/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ko-KR" dirty="0"/>
              <a:t>- </a:t>
            </a:r>
            <a:fld id="{816B0251-56D7-4311-97BA-84A7E35D080E}" type="slidenum">
              <a:rPr lang="ko-KR" altLang="en-US" smtClean="0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9" name="순서도: 수동 입력 18">
            <a:extLst>
              <a:ext uri="{FF2B5EF4-FFF2-40B4-BE49-F238E27FC236}">
                <a16:creationId xmlns:a16="http://schemas.microsoft.com/office/drawing/2014/main" id="{DD356C2E-F6E2-491C-9945-36498AADA934}"/>
              </a:ext>
            </a:extLst>
          </p:cNvPr>
          <p:cNvSpPr/>
          <p:nvPr userDrawn="1"/>
        </p:nvSpPr>
        <p:spPr>
          <a:xfrm rot="16200000">
            <a:off x="2364570" y="569081"/>
            <a:ext cx="104205" cy="710257"/>
          </a:xfrm>
          <a:prstGeom prst="flowChartManualInput">
            <a:avLst/>
          </a:prstGeom>
          <a:solidFill>
            <a:srgbClr val="E43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887E0F31-426A-49AC-8C00-35E1F9AC7BDE}"/>
              </a:ext>
            </a:extLst>
          </p:cNvPr>
          <p:cNvSpPr/>
          <p:nvPr userDrawn="1"/>
        </p:nvSpPr>
        <p:spPr>
          <a:xfrm flipH="1">
            <a:off x="1331640" y="872106"/>
            <a:ext cx="792088" cy="104207"/>
          </a:xfrm>
          <a:prstGeom prst="parallelogram">
            <a:avLst>
              <a:gd name="adj" fmla="val 14398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순서도: 수동 입력 20">
            <a:extLst>
              <a:ext uri="{FF2B5EF4-FFF2-40B4-BE49-F238E27FC236}">
                <a16:creationId xmlns:a16="http://schemas.microsoft.com/office/drawing/2014/main" id="{434BABCB-93EE-44BF-8656-6686054048F0}"/>
              </a:ext>
            </a:extLst>
          </p:cNvPr>
          <p:cNvSpPr/>
          <p:nvPr userDrawn="1"/>
        </p:nvSpPr>
        <p:spPr>
          <a:xfrm rot="16200000" flipH="1" flipV="1">
            <a:off x="955704" y="531941"/>
            <a:ext cx="104205" cy="784535"/>
          </a:xfrm>
          <a:prstGeom prst="flowChartManualInput">
            <a:avLst/>
          </a:prstGeom>
          <a:solidFill>
            <a:srgbClr val="B09C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010016-2720-4E40-A258-8E9E823C08E2}"/>
              </a:ext>
            </a:extLst>
          </p:cNvPr>
          <p:cNvSpPr/>
          <p:nvPr userDrawn="1"/>
        </p:nvSpPr>
        <p:spPr>
          <a:xfrm>
            <a:off x="2771801" y="872106"/>
            <a:ext cx="6372199" cy="104205"/>
          </a:xfrm>
          <a:prstGeom prst="rect">
            <a:avLst/>
          </a:prstGeom>
          <a:solidFill>
            <a:srgbClr val="E43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BC6979-7677-4FD4-A24E-14E2356977B1}"/>
              </a:ext>
            </a:extLst>
          </p:cNvPr>
          <p:cNvSpPr/>
          <p:nvPr userDrawn="1"/>
        </p:nvSpPr>
        <p:spPr>
          <a:xfrm>
            <a:off x="0" y="872106"/>
            <a:ext cx="935917" cy="104205"/>
          </a:xfrm>
          <a:prstGeom prst="rect">
            <a:avLst/>
          </a:prstGeom>
          <a:solidFill>
            <a:srgbClr val="B09C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DC356412-21F6-4ACF-BED9-EDFEC6B9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9" y="94243"/>
            <a:ext cx="8229600" cy="803565"/>
          </a:xfrm>
          <a:noFill/>
        </p:spPr>
        <p:txBody>
          <a:bodyPr tIns="72000" bIns="72000"/>
          <a:lstStyle>
            <a:lvl1pPr>
              <a:defRPr sz="3200" b="1">
                <a:solidFill>
                  <a:schemeClr val="bg1"/>
                </a:solidFill>
                <a:latin typeface="한국외대체 B" panose="02020503020101020101" pitchFamily="18" charset="-127"/>
                <a:ea typeface="한국외대체 B" panose="02020503020101020101" pitchFamily="18" charset="-127"/>
                <a:cs typeface="한국외대체 B" panose="020205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6555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402D2-613C-4012-B8DA-856E51F0CFEF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2A5F-D3FC-4D82-9FBB-201E6D39679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04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7458B-7412-48EA-8F1F-1C05D6AE6242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F5CCE-EF99-457A-BF94-259534343A2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96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B7724-2D6E-44B1-8285-E4597C6D4D94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D16B7-BB7F-4EE4-AA73-F2FD9A75AFE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36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A96E8-29FB-4855-96DB-B0846982259F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67ECC-335C-402C-82B8-8ADE578251D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00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2A2BC-56CA-434A-B655-B72800B8B339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8E90B-B3EE-47EC-AEF8-913A08566E9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75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71583-8CE6-4B4E-A9D6-49CD71DD3D59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A5A62-CB7D-44CD-BAF9-39DF1EB1D80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44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1525F-23E5-40B9-9EAE-DA4A45192AE5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AB4F2-95BA-408A-96C5-FCEB069645E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8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A070A-F681-4CD9-B674-08137A47D857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C473D-29B9-4960-AAAD-AE3129FFA91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35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01CD5-D05E-454A-91B1-900C1A9F2DFF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EB4BF7-5C69-421F-9F0F-5ED1FB4FC5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88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C83666B-1A7D-49E9-9E7C-CFFE95E62FD9}" type="datetime1">
              <a:rPr lang="ko-KR" altLang="en-US" smtClean="0"/>
              <a:t>2021-05-12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758880" y="6525344"/>
            <a:ext cx="2133600" cy="19613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BB0ABEA-833B-4678-81D7-B270C0D036B3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355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7225E19-4792-4527-807D-D5A02F646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필수 작성 항목</a:t>
            </a:r>
            <a:endParaRPr lang="en-US" altLang="ko-KR" dirty="0"/>
          </a:p>
          <a:p>
            <a:pPr marL="378000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웹 사이트 개요</a:t>
            </a:r>
            <a:endParaRPr lang="en-US" altLang="ko-KR" dirty="0"/>
          </a:p>
          <a:p>
            <a:pPr lvl="2"/>
            <a:r>
              <a:rPr lang="ko-KR" altLang="en-US" dirty="0"/>
              <a:t>웹 사이트 소개</a:t>
            </a:r>
            <a:endParaRPr lang="en-US" altLang="ko-KR" dirty="0"/>
          </a:p>
          <a:p>
            <a:pPr lvl="2"/>
            <a:r>
              <a:rPr lang="ko-KR" altLang="en-US" dirty="0"/>
              <a:t>웹 사이트 목적</a:t>
            </a:r>
            <a:r>
              <a:rPr lang="en-US" altLang="ko-KR" dirty="0"/>
              <a:t>		</a:t>
            </a:r>
          </a:p>
          <a:p>
            <a:pPr marL="378000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웹 사이트 구성</a:t>
            </a:r>
            <a:endParaRPr lang="en-US" altLang="ko-KR" dirty="0"/>
          </a:p>
          <a:p>
            <a:pPr lvl="2"/>
            <a:r>
              <a:rPr lang="ko-KR" altLang="en-US" dirty="0"/>
              <a:t>메인 페이지 </a:t>
            </a:r>
            <a:r>
              <a:rPr lang="en-US" altLang="ko-KR" dirty="0"/>
              <a:t>UI </a:t>
            </a:r>
            <a:r>
              <a:rPr lang="en-US" altLang="ko-KR" dirty="0">
                <a:sym typeface="Wingdings 3" panose="05040102010807070707" pitchFamily="18" charset="2"/>
              </a:rPr>
              <a:t> </a:t>
            </a:r>
            <a:r>
              <a:rPr lang="ko-KR" altLang="en-US" dirty="0">
                <a:sym typeface="Wingdings 3" panose="05040102010807070707" pitchFamily="18" charset="2"/>
              </a:rPr>
              <a:t>컨셉 이미지 포함</a:t>
            </a:r>
            <a:endParaRPr lang="en-US" altLang="ko-KR" dirty="0"/>
          </a:p>
          <a:p>
            <a:pPr lvl="2"/>
            <a:r>
              <a:rPr lang="ko-KR" altLang="en-US" dirty="0"/>
              <a:t>메뉴 항목 구성 및 소개</a:t>
            </a:r>
            <a:endParaRPr lang="en-US" altLang="ko-KR" dirty="0"/>
          </a:p>
          <a:p>
            <a:pPr lvl="2"/>
            <a:r>
              <a:rPr lang="ko-KR" altLang="en-US" dirty="0" err="1"/>
              <a:t>메뉴별</a:t>
            </a:r>
            <a:r>
              <a:rPr lang="ko-KR" altLang="en-US" dirty="0"/>
              <a:t> 페이지 </a:t>
            </a:r>
            <a:r>
              <a:rPr lang="en-US" altLang="ko-KR" dirty="0"/>
              <a:t>UI </a:t>
            </a:r>
            <a:r>
              <a:rPr lang="en-US" altLang="ko-KR" dirty="0">
                <a:sym typeface="Wingdings 3" panose="05040102010807070707" pitchFamily="18" charset="2"/>
              </a:rPr>
              <a:t> </a:t>
            </a:r>
            <a:r>
              <a:rPr lang="ko-KR" altLang="en-US" dirty="0">
                <a:sym typeface="Wingdings 3" panose="05040102010807070707" pitchFamily="18" charset="2"/>
              </a:rPr>
              <a:t>컨셉 이미지 포함</a:t>
            </a:r>
            <a:endParaRPr lang="en-US" altLang="ko-KR" dirty="0"/>
          </a:p>
          <a:p>
            <a:pPr lvl="3"/>
            <a:r>
              <a:rPr lang="en-US" altLang="ko-KR" dirty="0"/>
              <a:t>	</a:t>
            </a:r>
          </a:p>
          <a:p>
            <a:r>
              <a:rPr lang="ko-KR" altLang="en-US" dirty="0"/>
              <a:t>제출 기한</a:t>
            </a:r>
            <a:endParaRPr lang="en-US" altLang="ko-KR" dirty="0"/>
          </a:p>
          <a:p>
            <a:pPr lvl="1"/>
            <a:r>
              <a:rPr lang="en-US" altLang="ko-KR" dirty="0">
                <a:highlight>
                  <a:srgbClr val="FFFF00"/>
                </a:highlight>
              </a:rPr>
              <a:t>5</a:t>
            </a:r>
            <a:r>
              <a:rPr lang="ko-KR" altLang="en-US" dirty="0">
                <a:highlight>
                  <a:srgbClr val="FFFF00"/>
                </a:highlight>
              </a:rPr>
              <a:t>월 </a:t>
            </a:r>
            <a:r>
              <a:rPr lang="en-US" altLang="ko-KR" dirty="0">
                <a:highlight>
                  <a:srgbClr val="FFFF00"/>
                </a:highlight>
              </a:rPr>
              <a:t>25</a:t>
            </a:r>
            <a:r>
              <a:rPr lang="ko-KR" altLang="en-US" dirty="0">
                <a:highlight>
                  <a:srgbClr val="FFFF00"/>
                </a:highlight>
              </a:rPr>
              <a:t>일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화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r>
              <a:rPr lang="ko-KR" altLang="en-US" dirty="0"/>
              <a:t>까지</a:t>
            </a:r>
            <a:endParaRPr lang="en-US" altLang="ko-KR" dirty="0"/>
          </a:p>
          <a:p>
            <a:pPr lvl="3"/>
            <a:r>
              <a:rPr lang="en-US" altLang="ko-KR" dirty="0"/>
              <a:t>	</a:t>
            </a:r>
          </a:p>
          <a:p>
            <a:r>
              <a:rPr lang="ko-KR" altLang="en-US" dirty="0"/>
              <a:t>제출 방법</a:t>
            </a:r>
            <a:endParaRPr lang="en-US" altLang="ko-KR" dirty="0"/>
          </a:p>
          <a:p>
            <a:pPr lvl="1"/>
            <a:r>
              <a:rPr lang="ko-KR" altLang="en-US" dirty="0" err="1">
                <a:ln>
                  <a:solidFill>
                    <a:schemeClr val="tx1"/>
                  </a:solidFill>
                </a:ln>
                <a:solidFill>
                  <a:srgbClr val="E4307C"/>
                </a:solidFill>
              </a:rPr>
              <a:t>이클래스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E4307C"/>
                </a:solidFill>
              </a:rPr>
              <a:t> 과제 게시판</a:t>
            </a:r>
            <a:r>
              <a:rPr lang="ko-KR" altLang="en-US" dirty="0"/>
              <a:t>에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</a:rPr>
              <a:t>기획서 파일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</a:rPr>
              <a:t>(PPT) </a:t>
            </a:r>
            <a:r>
              <a:rPr lang="ko-KR" altLang="en-US" dirty="0"/>
              <a:t>등록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5D4740-D4CD-48AE-8410-1F64AD61F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6B0251-56D7-4311-97BA-84A7E35D080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CFC278F-3ADF-428A-9580-04EE423C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  <a:r>
              <a:rPr lang="en-US" altLang="ko-KR" dirty="0"/>
              <a:t>: </a:t>
            </a:r>
            <a:r>
              <a:rPr lang="ko-KR" altLang="en-US" dirty="0"/>
              <a:t>웹 사이트 제작 기획서 작성</a:t>
            </a:r>
          </a:p>
        </p:txBody>
      </p:sp>
    </p:spTree>
    <p:extLst>
      <p:ext uri="{BB962C8B-B14F-4D97-AF65-F5344CB8AC3E}">
        <p14:creationId xmlns:p14="http://schemas.microsoft.com/office/powerpoint/2010/main" val="1954751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3684</TotalTime>
  <Words>73</Words>
  <Application>Microsoft Office PowerPoint</Application>
  <PresentationFormat>화면 슬라이드 쇼(4:3)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한국외대체 B</vt:lpstr>
      <vt:lpstr>Arial</vt:lpstr>
      <vt:lpstr>Wingdings</vt:lpstr>
      <vt:lpstr>Office 테마</vt:lpstr>
      <vt:lpstr>과제: 웹 사이트 제작 기획서 작성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yshan</dc:creator>
  <cp:lastModifiedBy>Dr. Lee</cp:lastModifiedBy>
  <cp:revision>702</cp:revision>
  <dcterms:created xsi:type="dcterms:W3CDTF">2011-07-21T10:07:28Z</dcterms:created>
  <dcterms:modified xsi:type="dcterms:W3CDTF">2021-05-11T17:05:11Z</dcterms:modified>
  <cp:version/>
</cp:coreProperties>
</file>