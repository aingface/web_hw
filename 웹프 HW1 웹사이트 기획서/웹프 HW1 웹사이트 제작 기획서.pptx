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9" r:id="rId3"/>
    <p:sldId id="266" r:id="rId4"/>
    <p:sldId id="267" r:id="rId5"/>
    <p:sldId id="265" r:id="rId6"/>
    <p:sldId id="271" r:id="rId7"/>
    <p:sldId id="272" r:id="rId8"/>
    <p:sldId id="273" r:id="rId9"/>
    <p:sldId id="258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AEFEE-E4DB-4563-9728-EE870374E6CD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ECFDE-E853-43E3-8CE5-70B6C2B20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53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2318-F619-4488-8B6E-2F5F2426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BEE6BB-9A5F-4E9F-9F1C-6D46BE01A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9A51D-A948-4CB8-A9EB-5A26520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74BBD-0B82-4658-B13D-088F0E4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AAA67-696A-4836-A10B-FF164C3A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57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958D-28E5-4CC8-8C48-52A02A1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03031-827B-4AC7-B564-384C1617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19838-69C9-49EB-9B51-549106E9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6852C-90C9-4502-A697-363CF82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509D0-CCBD-406A-9D4E-6845657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4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F73EF-188B-4B17-B08F-D30E80C3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DD2CA-F9BF-47A8-9D27-757556F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8A1FB-ABBF-480D-AC6C-9BB1AEF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4247E-1D11-4A19-BDDF-E157A205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EC815-B6FC-4BDE-910C-F8015ED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40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EB91-29AA-4ACC-BDCF-960470FC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B0E51-7DC0-45B6-8306-D8167F5CB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CB78CC-8798-4261-B4B1-60B4C543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94384-5734-4FC8-928A-E164135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301C0-6908-48C0-8957-C8B3F45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7DD8FE-7741-412F-947D-7A7079F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85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6DFD1-B640-4CC6-A759-6C7981C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B2A237-7572-46BD-9502-829F6C0A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E9732-B570-4506-BDA6-0AB39D45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89407D-7DA6-4293-A426-38DF9B211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39549F-370A-4671-B1BB-79655CC6C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6D9E62-97AA-41F8-B69B-6CD691C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1D3FC0-561B-4DE4-AA99-9DB56EC6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0040F2-99C5-450C-9966-5D00290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47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337C1-8281-4F6E-9A31-EBE388C3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EA4B32-9135-4223-8DE6-887D274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07FC83-8D70-48DB-8681-08CFD9C0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FC15EC-BCCB-4B82-A94C-FABC63D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0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F9692-5462-4439-80C8-B7E337FC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CA042D-EBC0-437C-A819-521611A5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15CDA-0D1F-49BD-8381-21C3BEFD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71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10D4-8D29-48C2-ADF0-92316E2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A3CD3-DE79-4260-873A-FEDE5C67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9C6BD2-52A1-4155-9D55-1D84777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2A3511-0B13-4D97-937C-07365FBA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C805B4-20AF-4A3C-B131-E1D9FFB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705FC-2895-472A-B6FD-C243462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95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D820-915B-4802-8C2E-FF7CA967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CF9849-20D0-417A-99C8-099DF399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A7754-54E7-4123-8C5E-1B05B517B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FF3F1-9632-4E06-BAB7-312343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3D6B1-934F-4B4D-9E4F-5AE9E873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7FDD5-2092-4E16-8E7C-1CCA471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02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AEE1-28CA-46D2-81F5-CD34E4F9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38FEC2-4BF0-4A45-9297-EE9B2E45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DBAD0-D342-4544-94B8-122B3BD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0FE0D-ACBA-4806-9F35-4EB786E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3119A-4AE1-408F-B8AD-4428B006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51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B3D2AB-E650-41C2-B6FB-5398A5C1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D6516-8F93-4221-97F7-E01D89EE5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6CB26-A349-496A-B48B-A7B89117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726FD-A739-41D5-96BA-46703639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AE18D-FED5-4070-8B76-811D76C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1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C8B562-0886-4274-876D-59EFAAAE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799B9E-1CD2-4A09-9ACC-2FA1C62D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0C5B4-9399-4A5E-8DEE-54436B1E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2B9FF-C0C5-4E9E-A76A-AF0745E2D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92FE0-2D01-4365-9F95-1FF838BC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8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596486" y="1923465"/>
            <a:ext cx="2878106" cy="10960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latinLnBrk="0">
              <a:defRPr/>
            </a:pPr>
            <a:r>
              <a:rPr lang="ko-KR" altLang="en-US" sz="4800" kern="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 </a:t>
            </a:r>
            <a:endParaRPr lang="en-US" altLang="ko-KR" sz="4800" kern="0" dirty="0">
              <a:solidFill>
                <a:schemeClr val="tx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BA108-9F67-4286-8F4D-3F7B6B9E362E}"/>
              </a:ext>
            </a:extLst>
          </p:cNvPr>
          <p:cNvSpPr txBox="1"/>
          <p:nvPr/>
        </p:nvSpPr>
        <p:spPr>
          <a:xfrm>
            <a:off x="8484747" y="5809375"/>
            <a:ext cx="3498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201401434 </a:t>
            </a:r>
          </a:p>
          <a:p>
            <a:pPr algn="r"/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태국어통번역학과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r"/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배대철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56090-5FA3-4B55-B10A-4B5D4AA5163C}"/>
              </a:ext>
            </a:extLst>
          </p:cNvPr>
          <p:cNvSpPr txBox="1"/>
          <p:nvPr/>
        </p:nvSpPr>
        <p:spPr>
          <a:xfrm>
            <a:off x="4897446" y="718789"/>
            <a:ext cx="300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제작 기획서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B37B2B-E8AF-4700-8D98-A53DC7DDD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86" y="3171749"/>
            <a:ext cx="3316919" cy="33169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F6006B-92DD-4565-BD67-EC28DB3A5033}"/>
              </a:ext>
            </a:extLst>
          </p:cNvPr>
          <p:cNvSpPr txBox="1"/>
          <p:nvPr/>
        </p:nvSpPr>
        <p:spPr>
          <a:xfrm>
            <a:off x="4596486" y="3244334"/>
            <a:ext cx="451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한국의 술 종류 소개 사이트</a:t>
            </a:r>
          </a:p>
        </p:txBody>
      </p:sp>
    </p:spTree>
    <p:extLst>
      <p:ext uri="{BB962C8B-B14F-4D97-AF65-F5344CB8AC3E}">
        <p14:creationId xmlns:p14="http://schemas.microsoft.com/office/powerpoint/2010/main" val="60630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자유형 44"/>
          <p:cNvSpPr/>
          <p:nvPr/>
        </p:nvSpPr>
        <p:spPr>
          <a:xfrm>
            <a:off x="1261964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8" name="자유형 47"/>
          <p:cNvSpPr/>
          <p:nvPr/>
        </p:nvSpPr>
        <p:spPr>
          <a:xfrm>
            <a:off x="1231853" y="220985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2182298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341430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1.</a:t>
            </a:r>
          </a:p>
        </p:txBody>
      </p:sp>
      <p:sp>
        <p:nvSpPr>
          <p:cNvPr id="65" name="자유형 64"/>
          <p:cNvSpPr/>
          <p:nvPr/>
        </p:nvSpPr>
        <p:spPr>
          <a:xfrm>
            <a:off x="4854143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6" name="자유형 65"/>
          <p:cNvSpPr/>
          <p:nvPr/>
        </p:nvSpPr>
        <p:spPr>
          <a:xfrm>
            <a:off x="4824032" y="220985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7" name="자유형 66"/>
          <p:cNvSpPr/>
          <p:nvPr/>
        </p:nvSpPr>
        <p:spPr>
          <a:xfrm>
            <a:off x="5774477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933610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2.</a:t>
            </a:r>
          </a:p>
        </p:txBody>
      </p:sp>
      <p:sp>
        <p:nvSpPr>
          <p:cNvPr id="70" name="자유형 69"/>
          <p:cNvSpPr/>
          <p:nvPr/>
        </p:nvSpPr>
        <p:spPr>
          <a:xfrm>
            <a:off x="8446322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1" name="자유형 70"/>
          <p:cNvSpPr/>
          <p:nvPr/>
        </p:nvSpPr>
        <p:spPr>
          <a:xfrm>
            <a:off x="8403099" y="233833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2" name="자유형 71"/>
          <p:cNvSpPr/>
          <p:nvPr/>
        </p:nvSpPr>
        <p:spPr>
          <a:xfrm>
            <a:off x="9366656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9525789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E6CA5-C9B0-48BB-9F82-80281A2F6512}"/>
              </a:ext>
            </a:extLst>
          </p:cNvPr>
          <p:cNvSpPr txBox="1"/>
          <p:nvPr/>
        </p:nvSpPr>
        <p:spPr>
          <a:xfrm>
            <a:off x="1231853" y="3161297"/>
            <a:ext cx="2749923" cy="251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술술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은 한국 술의 종류와 특징을 소개하는 사이트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791141-FFF6-4857-9207-9D7339CCCB7B}"/>
              </a:ext>
            </a:extLst>
          </p:cNvPr>
          <p:cNvSpPr txBox="1"/>
          <p:nvPr/>
        </p:nvSpPr>
        <p:spPr>
          <a:xfrm>
            <a:off x="4976918" y="3099747"/>
            <a:ext cx="334567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과실주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막걸리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소주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약주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/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청주 등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다양한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 종류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latin typeface="야놀자 야체 B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62D79F-7EA5-4C3B-8ED6-29C081E7B31D}"/>
              </a:ext>
            </a:extLst>
          </p:cNvPr>
          <p:cNvSpPr txBox="1"/>
          <p:nvPr/>
        </p:nvSpPr>
        <p:spPr>
          <a:xfrm>
            <a:off x="8445369" y="3109058"/>
            <a:ext cx="2473754" cy="98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 종류별 우리 술의 기본</a:t>
            </a:r>
            <a:endParaRPr lang="en-US" altLang="ko-KR" dirty="0">
              <a:latin typeface="야놀자 야체 B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정보</a:t>
            </a:r>
            <a:r>
              <a:rPr lang="en-US" altLang="ko-KR" dirty="0">
                <a:latin typeface="야놀자 야체 B"/>
              </a:rPr>
              <a:t>, </a:t>
            </a:r>
            <a:r>
              <a:rPr lang="ko-KR" altLang="en-US" dirty="0">
                <a:latin typeface="야놀자 야체 B"/>
              </a:rPr>
              <a:t>풍부한 맛과 향</a:t>
            </a:r>
            <a:r>
              <a:rPr lang="en-US" altLang="ko-KR" dirty="0">
                <a:latin typeface="야놀자 야체 B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대표 상품</a:t>
            </a:r>
            <a:r>
              <a:rPr lang="en-US" altLang="ko-KR" dirty="0">
                <a:latin typeface="야놀자 야체 B"/>
              </a:rPr>
              <a:t> </a:t>
            </a:r>
            <a:r>
              <a:rPr lang="ko-KR" altLang="en-US" dirty="0">
                <a:latin typeface="야놀자 야체 B"/>
              </a:rPr>
              <a:t>소개 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143B38B-89FC-4ECF-8FCD-A31142B90641}"/>
              </a:ext>
            </a:extLst>
          </p:cNvPr>
          <p:cNvSpPr/>
          <p:nvPr/>
        </p:nvSpPr>
        <p:spPr>
          <a:xfrm>
            <a:off x="2227660" y="1366503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1.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64828DF-ABE1-4786-AC9E-42B0EE400C86}"/>
              </a:ext>
            </a:extLst>
          </p:cNvPr>
          <p:cNvSpPr/>
          <p:nvPr/>
        </p:nvSpPr>
        <p:spPr>
          <a:xfrm>
            <a:off x="5819839" y="1362660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2.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F4510C6-C285-4EF1-9F1F-84DCAA3B5FAB}"/>
              </a:ext>
            </a:extLst>
          </p:cNvPr>
          <p:cNvSpPr/>
          <p:nvPr/>
        </p:nvSpPr>
        <p:spPr>
          <a:xfrm>
            <a:off x="9361695" y="1362660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3.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26B753-E72D-48CF-BDD1-619A4A0D9160}"/>
              </a:ext>
            </a:extLst>
          </p:cNvPr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1.1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웹사이트 소개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27FB003-52A3-4B7F-8AD4-1D39E19D6B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세련된 우리 술을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술의 섬세한 향과 맛을 소개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1.1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웹사이트 소개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DACDD5-D636-4D49-8111-B2EA4E3432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894BFC-40E1-48EC-940C-DDA9FD15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8" y="1765300"/>
            <a:ext cx="6141098" cy="4574745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D8B3FA-2404-4812-8589-7098D64EE1F1}"/>
              </a:ext>
            </a:extLst>
          </p:cNvPr>
          <p:cNvSpPr txBox="1"/>
          <p:nvPr/>
        </p:nvSpPr>
        <p:spPr>
          <a:xfrm>
            <a:off x="7520180" y="2187541"/>
            <a:ext cx="3876541" cy="373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미국 샌프란시스코 </a:t>
            </a:r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국제주류품평회에서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진맥 소주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53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더블골드 메달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수상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진맥소주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골드 메달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수상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세계적으로 우리 술의 높은 품질과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향긋한 풍미를 인정 받음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</a:t>
            </a:r>
          </a:p>
        </p:txBody>
      </p:sp>
      <p:sp>
        <p:nvSpPr>
          <p:cNvPr id="16" name="사각형: 둥근 모서리 13">
            <a:extLst>
              <a:ext uri="{FF2B5EF4-FFF2-40B4-BE49-F238E27FC236}">
                <a16:creationId xmlns:a16="http://schemas.microsoft.com/office/drawing/2014/main" id="{BCC25CF1-D571-47DE-B43D-652F1BD14B11}"/>
              </a:ext>
            </a:extLst>
          </p:cNvPr>
          <p:cNvSpPr/>
          <p:nvPr/>
        </p:nvSpPr>
        <p:spPr>
          <a:xfrm>
            <a:off x="7295407" y="2273898"/>
            <a:ext cx="164815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BC8281-6D57-46B4-9045-0D70B50328F5}"/>
              </a:ext>
            </a:extLst>
          </p:cNvPr>
          <p:cNvSpPr/>
          <p:nvPr/>
        </p:nvSpPr>
        <p:spPr>
          <a:xfrm>
            <a:off x="1181100" y="1765300"/>
            <a:ext cx="67310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9" name="사각형: 둥근 모서리 13">
            <a:extLst>
              <a:ext uri="{FF2B5EF4-FFF2-40B4-BE49-F238E27FC236}">
                <a16:creationId xmlns:a16="http://schemas.microsoft.com/office/drawing/2014/main" id="{AD4D0164-6075-4F20-B2AA-15809BE3D6C2}"/>
              </a:ext>
            </a:extLst>
          </p:cNvPr>
          <p:cNvSpPr/>
          <p:nvPr/>
        </p:nvSpPr>
        <p:spPr>
          <a:xfrm>
            <a:off x="7308534" y="4107321"/>
            <a:ext cx="164815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CCFDEC-7B67-4F5B-8722-EB6E20743DBC}"/>
              </a:ext>
            </a:extLst>
          </p:cNvPr>
          <p:cNvSpPr/>
          <p:nvPr/>
        </p:nvSpPr>
        <p:spPr>
          <a:xfrm>
            <a:off x="627838" y="956790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기사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1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18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세련된 우리 술을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술의 섬세한 향과 맛을 소개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1.1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웹사이트 소개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DACDD5-D636-4D49-8111-B2EA4E3432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D8B3FA-2404-4812-8589-7098D64EE1F1}"/>
              </a:ext>
            </a:extLst>
          </p:cNvPr>
          <p:cNvSpPr txBox="1"/>
          <p:nvPr/>
        </p:nvSpPr>
        <p:spPr>
          <a:xfrm>
            <a:off x="7520180" y="2187541"/>
            <a:ext cx="3876541" cy="3431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2030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밀레니엄 세대 사이에서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유행하는 우리 전통 술 막걸리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접하기 어렵고 낡은 이미지에서 벗어나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젊은 세대의 트렌드로 자리 잡는 우리 술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</a:t>
            </a:r>
          </a:p>
        </p:txBody>
      </p:sp>
      <p:sp>
        <p:nvSpPr>
          <p:cNvPr id="16" name="사각형: 둥근 모서리 13">
            <a:extLst>
              <a:ext uri="{FF2B5EF4-FFF2-40B4-BE49-F238E27FC236}">
                <a16:creationId xmlns:a16="http://schemas.microsoft.com/office/drawing/2014/main" id="{BCC25CF1-D571-47DE-B43D-652F1BD14B11}"/>
              </a:ext>
            </a:extLst>
          </p:cNvPr>
          <p:cNvSpPr/>
          <p:nvPr/>
        </p:nvSpPr>
        <p:spPr>
          <a:xfrm>
            <a:off x="7295407" y="2273898"/>
            <a:ext cx="164815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A26E57-BC44-4D26-9110-C1701789D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4" y="1765227"/>
            <a:ext cx="6681326" cy="3847612"/>
          </a:xfrm>
          <a:prstGeom prst="rect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9" name="사각형: 둥근 모서리 13">
            <a:extLst>
              <a:ext uri="{FF2B5EF4-FFF2-40B4-BE49-F238E27FC236}">
                <a16:creationId xmlns:a16="http://schemas.microsoft.com/office/drawing/2014/main" id="{AD4D0164-6075-4F20-B2AA-15809BE3D6C2}"/>
              </a:ext>
            </a:extLst>
          </p:cNvPr>
          <p:cNvSpPr/>
          <p:nvPr/>
        </p:nvSpPr>
        <p:spPr>
          <a:xfrm>
            <a:off x="7308534" y="4107321"/>
            <a:ext cx="164815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D9F7B2-006B-4C83-9FD9-2B1EF441254A}"/>
              </a:ext>
            </a:extLst>
          </p:cNvPr>
          <p:cNvSpPr/>
          <p:nvPr/>
        </p:nvSpPr>
        <p:spPr>
          <a:xfrm>
            <a:off x="627838" y="956790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기사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2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8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A10F37-98AA-43EB-BB7D-D2EB6DC5C482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2.1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메인 페이지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UI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BD1AE-A807-4B27-A8F3-4DF2AA106BAA}"/>
              </a:ext>
            </a:extLst>
          </p:cNvPr>
          <p:cNvSpPr txBox="1"/>
          <p:nvPr/>
        </p:nvSpPr>
        <p:spPr>
          <a:xfrm>
            <a:off x="944071" y="5459297"/>
            <a:ext cx="1080719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메인 페이지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UI :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상단 고정바에 사이트 소개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 메뉴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스크롤 형식으로 한 페이지에 모든 정보를 담음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상단 </a:t>
            </a:r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고정바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우측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집 모양 버튼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혹은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‘TOP’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누르면 맨 위로 이동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아래 검색창에 검색어 입력 및 탐색 가능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F8F11F7-0F64-4055-A0A6-A9AC22914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90" y="1232541"/>
            <a:ext cx="8292352" cy="41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6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A10F37-98AA-43EB-BB7D-D2EB6DC5C482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별 페이지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1774008" y="5625362"/>
            <a:ext cx="10807191" cy="190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스크롤을 내리면 제일 먼저 볼 수 있는 페이지로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사이트 소개 문단을 포함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스크롤을 더 내리면 우리 술 종류가 순서대로 나옴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BC34DC-A114-4150-81A7-56CD629100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90" y="1176613"/>
            <a:ext cx="8292352" cy="41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3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1774008" y="5625362"/>
            <a:ext cx="10807191" cy="160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메뉴를 누르면 선택할 수 있는 메뉴 창 노출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원하는 메뉴를 누르면 그 메뉴에 맞는 값이 있는 곳으로 스크롤이 이동하여 해당 정보를 노출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2E62E7C-9E22-4BF2-B42F-73C67ABE9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89" y="1176614"/>
            <a:ext cx="8264803" cy="415306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9A15FE-64AC-4C71-A30A-034329D84976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별 페이지</a:t>
            </a:r>
          </a:p>
        </p:txBody>
      </p:sp>
    </p:spTree>
    <p:extLst>
      <p:ext uri="{BB962C8B-B14F-4D97-AF65-F5344CB8AC3E}">
        <p14:creationId xmlns:p14="http://schemas.microsoft.com/office/powerpoint/2010/main" val="194577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1774008" y="5625362"/>
            <a:ext cx="10807191" cy="2212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 종류 중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막걸리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대한 정보가 있는 페이지 예시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스크롤을 내려서 접근하거나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메뉴를 눌러서 접근 가능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도수와 특징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대표 상품 등을 명시할 예정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1994D24-425D-476F-A94F-A9215A1D9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89" y="1176613"/>
            <a:ext cx="8264803" cy="414617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B9938BE-239B-4969-A60B-AD688F1BCF6A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별 페이지</a:t>
            </a:r>
          </a:p>
        </p:txBody>
      </p:sp>
    </p:spTree>
    <p:extLst>
      <p:ext uri="{BB962C8B-B14F-4D97-AF65-F5344CB8AC3E}">
        <p14:creationId xmlns:p14="http://schemas.microsoft.com/office/powerpoint/2010/main" val="400480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39103" y="102938"/>
            <a:ext cx="658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rPr>
              <a:t>PPT PRESENTATION </a:t>
            </a:r>
            <a:r>
              <a:rPr lang="en-US" altLang="ko-KR" sz="9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Enjoy your stylish business and campus life with BIZCAM</a:t>
            </a:r>
            <a:endParaRPr lang="ko-KR" altLang="en-US" sz="48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5271536" y="1974307"/>
            <a:ext cx="1625235" cy="1625235"/>
            <a:chOff x="5271536" y="1887222"/>
            <a:chExt cx="1094509" cy="1094509"/>
          </a:xfrm>
        </p:grpSpPr>
        <p:sp>
          <p:nvSpPr>
            <p:cNvPr id="44" name="타원 43"/>
            <p:cNvSpPr/>
            <p:nvPr/>
          </p:nvSpPr>
          <p:spPr>
            <a:xfrm>
              <a:off x="5271536" y="1887222"/>
              <a:ext cx="1094509" cy="1094509"/>
            </a:xfrm>
            <a:prstGeom prst="ellipse">
              <a:avLst/>
            </a:prstGeom>
            <a:solidFill>
              <a:srgbClr val="FCB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0331" y="2105658"/>
              <a:ext cx="629969" cy="629969"/>
            </a:xfrm>
            <a:prstGeom prst="rect">
              <a:avLst/>
            </a:prstGeom>
          </p:spPr>
        </p:pic>
      </p:grpSp>
      <p:grpSp>
        <p:nvGrpSpPr>
          <p:cNvPr id="57" name="그룹 56"/>
          <p:cNvGrpSpPr/>
          <p:nvPr/>
        </p:nvGrpSpPr>
        <p:grpSpPr>
          <a:xfrm>
            <a:off x="8812654" y="1974307"/>
            <a:ext cx="1625235" cy="1625235"/>
            <a:chOff x="8769112" y="1887222"/>
            <a:chExt cx="1094509" cy="1094509"/>
          </a:xfrm>
        </p:grpSpPr>
        <p:sp>
          <p:nvSpPr>
            <p:cNvPr id="46" name="타원 45"/>
            <p:cNvSpPr/>
            <p:nvPr/>
          </p:nvSpPr>
          <p:spPr>
            <a:xfrm>
              <a:off x="8769112" y="1887222"/>
              <a:ext cx="1094509" cy="1094509"/>
            </a:xfrm>
            <a:prstGeom prst="ellipse">
              <a:avLst/>
            </a:prstGeom>
            <a:solidFill>
              <a:srgbClr val="FCB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381" y="2140972"/>
              <a:ext cx="629969" cy="629969"/>
            </a:xfrm>
            <a:prstGeom prst="rect">
              <a:avLst/>
            </a:prstGeom>
          </p:spPr>
        </p:pic>
      </p:grpSp>
      <p:grpSp>
        <p:nvGrpSpPr>
          <p:cNvPr id="59" name="그룹 58"/>
          <p:cNvGrpSpPr/>
          <p:nvPr/>
        </p:nvGrpSpPr>
        <p:grpSpPr>
          <a:xfrm>
            <a:off x="1678362" y="1974307"/>
            <a:ext cx="1625235" cy="1625235"/>
            <a:chOff x="1678362" y="1887222"/>
            <a:chExt cx="1094509" cy="1094509"/>
          </a:xfrm>
        </p:grpSpPr>
        <p:sp>
          <p:nvSpPr>
            <p:cNvPr id="42" name="타원 41"/>
            <p:cNvSpPr/>
            <p:nvPr/>
          </p:nvSpPr>
          <p:spPr>
            <a:xfrm>
              <a:off x="1678362" y="1887222"/>
              <a:ext cx="1094509" cy="1094509"/>
            </a:xfrm>
            <a:prstGeom prst="ellipse">
              <a:avLst/>
            </a:prstGeom>
            <a:solidFill>
              <a:srgbClr val="FCB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790" y="2119491"/>
              <a:ext cx="629969" cy="629969"/>
            </a:xfrm>
            <a:prstGeom prst="rect">
              <a:avLst/>
            </a:prstGeom>
          </p:spPr>
        </p:pic>
      </p:grpSp>
      <p:sp>
        <p:nvSpPr>
          <p:cNvPr id="53" name="사각형: 둥근 모서리 13">
            <a:extLst>
              <a:ext uri="{FF2B5EF4-FFF2-40B4-BE49-F238E27FC236}">
                <a16:creationId xmlns:a16="http://schemas.microsoft.com/office/drawing/2014/main" id="{FAADA5D9-235A-49E7-B71A-455025C3E251}"/>
              </a:ext>
            </a:extLst>
          </p:cNvPr>
          <p:cNvSpPr/>
          <p:nvPr/>
        </p:nvSpPr>
        <p:spPr>
          <a:xfrm>
            <a:off x="2325624" y="1815816"/>
            <a:ext cx="316331" cy="316606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54" name="사각형: 둥근 모서리 13">
            <a:extLst>
              <a:ext uri="{FF2B5EF4-FFF2-40B4-BE49-F238E27FC236}">
                <a16:creationId xmlns:a16="http://schemas.microsoft.com/office/drawing/2014/main" id="{FAADA5D9-235A-49E7-B71A-455025C3E251}"/>
              </a:ext>
            </a:extLst>
          </p:cNvPr>
          <p:cNvSpPr/>
          <p:nvPr/>
        </p:nvSpPr>
        <p:spPr>
          <a:xfrm>
            <a:off x="5937893" y="1826451"/>
            <a:ext cx="316331" cy="316606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55" name="사각형: 둥근 모서리 13">
            <a:extLst>
              <a:ext uri="{FF2B5EF4-FFF2-40B4-BE49-F238E27FC236}">
                <a16:creationId xmlns:a16="http://schemas.microsoft.com/office/drawing/2014/main" id="{FAADA5D9-235A-49E7-B71A-455025C3E251}"/>
              </a:ext>
            </a:extLst>
          </p:cNvPr>
          <p:cNvSpPr/>
          <p:nvPr/>
        </p:nvSpPr>
        <p:spPr>
          <a:xfrm>
            <a:off x="9459134" y="1828041"/>
            <a:ext cx="316331" cy="316606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56" name="자유형 55"/>
          <p:cNvSpPr/>
          <p:nvPr/>
        </p:nvSpPr>
        <p:spPr>
          <a:xfrm>
            <a:off x="5990039" y="1759315"/>
            <a:ext cx="215900" cy="224536"/>
          </a:xfrm>
          <a:custGeom>
            <a:avLst/>
            <a:gdLst>
              <a:gd name="connsiteX0" fmla="*/ 0 w 317500"/>
              <a:gd name="connsiteY0" fmla="*/ 101600 h 330200"/>
              <a:gd name="connsiteX1" fmla="*/ 114300 w 317500"/>
              <a:gd name="connsiteY1" fmla="*/ 330200 h 330200"/>
              <a:gd name="connsiteX2" fmla="*/ 317500 w 317500"/>
              <a:gd name="connsiteY2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" h="330200">
                <a:moveTo>
                  <a:pt x="0" y="101600"/>
                </a:moveTo>
                <a:lnTo>
                  <a:pt x="114300" y="330200"/>
                </a:lnTo>
                <a:lnTo>
                  <a:pt x="317500" y="0"/>
                </a:lnTo>
              </a:path>
            </a:pathLst>
          </a:custGeom>
          <a:noFill/>
          <a:ln w="603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FEC52E6-E0E1-427E-87A8-FEE2AAF979A8}"/>
              </a:ext>
            </a:extLst>
          </p:cNvPr>
          <p:cNvSpPr/>
          <p:nvPr/>
        </p:nvSpPr>
        <p:spPr>
          <a:xfrm>
            <a:off x="1037494" y="3999460"/>
            <a:ext cx="2906970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prstClr val="white">
                    <a:lumMod val="50000"/>
                  </a:prstClr>
                </a:solidFill>
              </a:rPr>
              <a:t>CONTENTS A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</a:rPr>
              <a:t>컨텐츠에 대한 내용을 적어요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dirty="0">
                <a:solidFill>
                  <a:prstClr val="white">
                    <a:lumMod val="7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FEC52E6-E0E1-427E-87A8-FEE2AAF979A8}"/>
              </a:ext>
            </a:extLst>
          </p:cNvPr>
          <p:cNvSpPr/>
          <p:nvPr/>
        </p:nvSpPr>
        <p:spPr>
          <a:xfrm>
            <a:off x="4642573" y="3999459"/>
            <a:ext cx="2906970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prstClr val="white">
                    <a:lumMod val="50000"/>
                  </a:prstClr>
                </a:solidFill>
              </a:rPr>
              <a:t>CONTENTS A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</a:rPr>
              <a:t>컨텐츠에 대한 내용을 적어요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dirty="0">
                <a:solidFill>
                  <a:prstClr val="white">
                    <a:lumMod val="7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FEC52E6-E0E1-427E-87A8-FEE2AAF979A8}"/>
              </a:ext>
            </a:extLst>
          </p:cNvPr>
          <p:cNvSpPr/>
          <p:nvPr/>
        </p:nvSpPr>
        <p:spPr>
          <a:xfrm>
            <a:off x="8171785" y="3999459"/>
            <a:ext cx="2906970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prstClr val="white">
                    <a:lumMod val="50000"/>
                  </a:prstClr>
                </a:solidFill>
              </a:rPr>
              <a:t>CONTENTS A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</a:rPr>
              <a:t>컨텐츠에 대한 내용을 적어요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dirty="0">
                <a:solidFill>
                  <a:prstClr val="white">
                    <a:lumMod val="75000"/>
                  </a:prstClr>
                </a:solidFill>
              </a:rPr>
              <a:t>Enjoy your stylish business and campus life with BIZCAM </a:t>
            </a:r>
          </a:p>
        </p:txBody>
      </p:sp>
    </p:spTree>
    <p:extLst>
      <p:ext uri="{BB962C8B-B14F-4D97-AF65-F5344CB8AC3E}">
        <p14:creationId xmlns:p14="http://schemas.microsoft.com/office/powerpoint/2010/main" val="147292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39103" y="102938"/>
            <a:ext cx="658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rPr>
              <a:t>PPT PRESENTATION </a:t>
            </a:r>
            <a:r>
              <a:rPr lang="en-US" altLang="ko-KR" sz="9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Enjoy your stylish business and campus life with BIZCAM</a:t>
            </a:r>
            <a:endParaRPr lang="ko-KR" altLang="en-US" sz="48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4437131" y="1905857"/>
            <a:ext cx="1529730" cy="1529730"/>
            <a:chOff x="10667724" y="2019434"/>
            <a:chExt cx="1296000" cy="1296000"/>
          </a:xfrm>
        </p:grpSpPr>
        <p:grpSp>
          <p:nvGrpSpPr>
            <p:cNvPr id="49" name="그룹 48"/>
            <p:cNvGrpSpPr/>
            <p:nvPr/>
          </p:nvGrpSpPr>
          <p:grpSpPr>
            <a:xfrm>
              <a:off x="10667724" y="2019434"/>
              <a:ext cx="1296000" cy="1296000"/>
              <a:chOff x="2547739" y="4231535"/>
              <a:chExt cx="1296000" cy="1296000"/>
            </a:xfrm>
          </p:grpSpPr>
          <p:sp>
            <p:nvSpPr>
              <p:cNvPr id="64" name="직사각형 63"/>
              <p:cNvSpPr/>
              <p:nvPr/>
            </p:nvSpPr>
            <p:spPr>
              <a:xfrm>
                <a:off x="2547739" y="4231535"/>
                <a:ext cx="1296000" cy="1296000"/>
              </a:xfrm>
              <a:prstGeom prst="rect">
                <a:avLst/>
              </a:prstGeom>
              <a:solidFill>
                <a:srgbClr val="FCB484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 altLang="ko-KR" sz="1100" dirty="0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3565584" y="4308273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>
                    <a:solidFill>
                      <a:srgbClr val="FF8086"/>
                    </a:solidFill>
                  </a:rPr>
                  <a:t>v</a:t>
                </a:r>
              </a:p>
            </p:txBody>
          </p:sp>
        </p:grp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809" y="2338407"/>
              <a:ext cx="957399" cy="957399"/>
            </a:xfrm>
            <a:prstGeom prst="rect">
              <a:avLst/>
            </a:prstGeom>
          </p:spPr>
        </p:pic>
      </p:grpSp>
      <p:grpSp>
        <p:nvGrpSpPr>
          <p:cNvPr id="69" name="그룹 68"/>
          <p:cNvGrpSpPr/>
          <p:nvPr/>
        </p:nvGrpSpPr>
        <p:grpSpPr>
          <a:xfrm>
            <a:off x="6231647" y="1909201"/>
            <a:ext cx="1529730" cy="1529730"/>
            <a:chOff x="2547739" y="4231535"/>
            <a:chExt cx="1296000" cy="1296000"/>
          </a:xfrm>
        </p:grpSpPr>
        <p:sp>
          <p:nvSpPr>
            <p:cNvPr id="70" name="직사각형 69"/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rgbClr val="FCB484"/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100" dirty="0">
                <a:solidFill>
                  <a:srgbClr val="E7E6E6">
                    <a:lumMod val="50000"/>
                  </a:srgbClr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100" b="1" dirty="0">
                <a:solidFill>
                  <a:srgbClr val="4F8DC5"/>
                </a:solidFill>
              </a:endParaRPr>
            </a:p>
          </p:txBody>
        </p:sp>
      </p:grpSp>
      <p:grpSp>
        <p:nvGrpSpPr>
          <p:cNvPr id="75" name="Group 58"/>
          <p:cNvGrpSpPr>
            <a:grpSpLocks noChangeAspect="1"/>
          </p:cNvGrpSpPr>
          <p:nvPr/>
        </p:nvGrpSpPr>
        <p:grpSpPr bwMode="auto">
          <a:xfrm>
            <a:off x="6493947" y="2269682"/>
            <a:ext cx="899948" cy="1155409"/>
            <a:chOff x="648" y="958"/>
            <a:chExt cx="1078" cy="1384"/>
          </a:xfrm>
        </p:grpSpPr>
        <p:sp>
          <p:nvSpPr>
            <p:cNvPr id="76" name="Freeform 60"/>
            <p:cNvSpPr>
              <a:spLocks/>
            </p:cNvSpPr>
            <p:nvPr/>
          </p:nvSpPr>
          <p:spPr bwMode="auto">
            <a:xfrm>
              <a:off x="804" y="1821"/>
              <a:ext cx="383" cy="430"/>
            </a:xfrm>
            <a:custGeom>
              <a:avLst/>
              <a:gdLst>
                <a:gd name="T0" fmla="*/ 1149 w 1149"/>
                <a:gd name="T1" fmla="*/ 1275 h 1291"/>
                <a:gd name="T2" fmla="*/ 1137 w 1149"/>
                <a:gd name="T3" fmla="*/ 1277 h 1291"/>
                <a:gd name="T4" fmla="*/ 1101 w 1149"/>
                <a:gd name="T5" fmla="*/ 1279 h 1291"/>
                <a:gd name="T6" fmla="*/ 1047 w 1149"/>
                <a:gd name="T7" fmla="*/ 1282 h 1291"/>
                <a:gd name="T8" fmla="*/ 977 w 1149"/>
                <a:gd name="T9" fmla="*/ 1286 h 1291"/>
                <a:gd name="T10" fmla="*/ 898 w 1149"/>
                <a:gd name="T11" fmla="*/ 1288 h 1291"/>
                <a:gd name="T12" fmla="*/ 810 w 1149"/>
                <a:gd name="T13" fmla="*/ 1289 h 1291"/>
                <a:gd name="T14" fmla="*/ 719 w 1149"/>
                <a:gd name="T15" fmla="*/ 1291 h 1291"/>
                <a:gd name="T16" fmla="*/ 629 w 1149"/>
                <a:gd name="T17" fmla="*/ 1288 h 1291"/>
                <a:gd name="T18" fmla="*/ 543 w 1149"/>
                <a:gd name="T19" fmla="*/ 1283 h 1291"/>
                <a:gd name="T20" fmla="*/ 466 w 1149"/>
                <a:gd name="T21" fmla="*/ 1274 h 1291"/>
                <a:gd name="T22" fmla="*/ 401 w 1149"/>
                <a:gd name="T23" fmla="*/ 1262 h 1291"/>
                <a:gd name="T24" fmla="*/ 352 w 1149"/>
                <a:gd name="T25" fmla="*/ 1244 h 1291"/>
                <a:gd name="T26" fmla="*/ 324 w 1149"/>
                <a:gd name="T27" fmla="*/ 1221 h 1291"/>
                <a:gd name="T28" fmla="*/ 319 w 1149"/>
                <a:gd name="T29" fmla="*/ 1192 h 1291"/>
                <a:gd name="T30" fmla="*/ 343 w 1149"/>
                <a:gd name="T31" fmla="*/ 1156 h 1291"/>
                <a:gd name="T32" fmla="*/ 410 w 1149"/>
                <a:gd name="T33" fmla="*/ 1070 h 1291"/>
                <a:gd name="T34" fmla="*/ 453 w 1149"/>
                <a:gd name="T35" fmla="*/ 981 h 1291"/>
                <a:gd name="T36" fmla="*/ 476 w 1149"/>
                <a:gd name="T37" fmla="*/ 895 h 1291"/>
                <a:gd name="T38" fmla="*/ 485 w 1149"/>
                <a:gd name="T39" fmla="*/ 816 h 1291"/>
                <a:gd name="T40" fmla="*/ 485 w 1149"/>
                <a:gd name="T41" fmla="*/ 754 h 1291"/>
                <a:gd name="T42" fmla="*/ 480 w 1149"/>
                <a:gd name="T43" fmla="*/ 712 h 1291"/>
                <a:gd name="T44" fmla="*/ 477 w 1149"/>
                <a:gd name="T45" fmla="*/ 697 h 1291"/>
                <a:gd name="T46" fmla="*/ 439 w 1149"/>
                <a:gd name="T47" fmla="*/ 782 h 1291"/>
                <a:gd name="T48" fmla="*/ 393 w 1149"/>
                <a:gd name="T49" fmla="*/ 852 h 1291"/>
                <a:gd name="T50" fmla="*/ 338 w 1149"/>
                <a:gd name="T51" fmla="*/ 907 h 1291"/>
                <a:gd name="T52" fmla="*/ 283 w 1149"/>
                <a:gd name="T53" fmla="*/ 948 h 1291"/>
                <a:gd name="T54" fmla="*/ 231 w 1149"/>
                <a:gd name="T55" fmla="*/ 974 h 1291"/>
                <a:gd name="T56" fmla="*/ 184 w 1149"/>
                <a:gd name="T57" fmla="*/ 986 h 1291"/>
                <a:gd name="T58" fmla="*/ 148 w 1149"/>
                <a:gd name="T59" fmla="*/ 986 h 1291"/>
                <a:gd name="T60" fmla="*/ 128 w 1149"/>
                <a:gd name="T61" fmla="*/ 970 h 1291"/>
                <a:gd name="T62" fmla="*/ 128 w 1149"/>
                <a:gd name="T63" fmla="*/ 944 h 1291"/>
                <a:gd name="T64" fmla="*/ 150 w 1149"/>
                <a:gd name="T65" fmla="*/ 905 h 1291"/>
                <a:gd name="T66" fmla="*/ 193 w 1149"/>
                <a:gd name="T67" fmla="*/ 834 h 1291"/>
                <a:gd name="T68" fmla="*/ 215 w 1149"/>
                <a:gd name="T69" fmla="*/ 762 h 1291"/>
                <a:gd name="T70" fmla="*/ 224 w 1149"/>
                <a:gd name="T71" fmla="*/ 693 h 1291"/>
                <a:gd name="T72" fmla="*/ 222 w 1149"/>
                <a:gd name="T73" fmla="*/ 635 h 1291"/>
                <a:gd name="T74" fmla="*/ 215 w 1149"/>
                <a:gd name="T75" fmla="*/ 592 h 1291"/>
                <a:gd name="T76" fmla="*/ 210 w 1149"/>
                <a:gd name="T77" fmla="*/ 568 h 1291"/>
                <a:gd name="T78" fmla="*/ 198 w 1149"/>
                <a:gd name="T79" fmla="*/ 574 h 1291"/>
                <a:gd name="T80" fmla="*/ 170 w 1149"/>
                <a:gd name="T81" fmla="*/ 596 h 1291"/>
                <a:gd name="T82" fmla="*/ 136 w 1149"/>
                <a:gd name="T83" fmla="*/ 617 h 1291"/>
                <a:gd name="T84" fmla="*/ 99 w 1149"/>
                <a:gd name="T85" fmla="*/ 635 h 1291"/>
                <a:gd name="T86" fmla="*/ 64 w 1149"/>
                <a:gd name="T87" fmla="*/ 647 h 1291"/>
                <a:gd name="T88" fmla="*/ 33 w 1149"/>
                <a:gd name="T89" fmla="*/ 652 h 1291"/>
                <a:gd name="T90" fmla="*/ 12 w 1149"/>
                <a:gd name="T91" fmla="*/ 644 h 1291"/>
                <a:gd name="T92" fmla="*/ 0 w 1149"/>
                <a:gd name="T93" fmla="*/ 625 h 1291"/>
                <a:gd name="T94" fmla="*/ 4 w 1149"/>
                <a:gd name="T95" fmla="*/ 588 h 1291"/>
                <a:gd name="T96" fmla="*/ 33 w 1149"/>
                <a:gd name="T97" fmla="*/ 509 h 1291"/>
                <a:gd name="T98" fmla="*/ 56 w 1149"/>
                <a:gd name="T99" fmla="*/ 401 h 1291"/>
                <a:gd name="T100" fmla="*/ 61 w 1149"/>
                <a:gd name="T101" fmla="*/ 305 h 1291"/>
                <a:gd name="T102" fmla="*/ 53 w 1149"/>
                <a:gd name="T103" fmla="*/ 221 h 1291"/>
                <a:gd name="T104" fmla="*/ 40 w 1149"/>
                <a:gd name="T105" fmla="*/ 154 h 1291"/>
                <a:gd name="T106" fmla="*/ 24 w 1149"/>
                <a:gd name="T107" fmla="*/ 106 h 1291"/>
                <a:gd name="T108" fmla="*/ 14 w 1149"/>
                <a:gd name="T109" fmla="*/ 81 h 1291"/>
                <a:gd name="T110" fmla="*/ 1149 w 1149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49" h="1291">
                  <a:moveTo>
                    <a:pt x="1149" y="0"/>
                  </a:moveTo>
                  <a:lnTo>
                    <a:pt x="1149" y="1275"/>
                  </a:lnTo>
                  <a:lnTo>
                    <a:pt x="1146" y="1275"/>
                  </a:lnTo>
                  <a:lnTo>
                    <a:pt x="1137" y="1277"/>
                  </a:lnTo>
                  <a:lnTo>
                    <a:pt x="1122" y="1278"/>
                  </a:lnTo>
                  <a:lnTo>
                    <a:pt x="1101" y="1279"/>
                  </a:lnTo>
                  <a:lnTo>
                    <a:pt x="1076" y="1280"/>
                  </a:lnTo>
                  <a:lnTo>
                    <a:pt x="1047" y="1282"/>
                  </a:lnTo>
                  <a:lnTo>
                    <a:pt x="1014" y="1283"/>
                  </a:lnTo>
                  <a:lnTo>
                    <a:pt x="977" y="1286"/>
                  </a:lnTo>
                  <a:lnTo>
                    <a:pt x="939" y="1287"/>
                  </a:lnTo>
                  <a:lnTo>
                    <a:pt x="898" y="1288"/>
                  </a:lnTo>
                  <a:lnTo>
                    <a:pt x="855" y="1289"/>
                  </a:lnTo>
                  <a:lnTo>
                    <a:pt x="810" y="1289"/>
                  </a:lnTo>
                  <a:lnTo>
                    <a:pt x="765" y="1291"/>
                  </a:lnTo>
                  <a:lnTo>
                    <a:pt x="719" y="1291"/>
                  </a:lnTo>
                  <a:lnTo>
                    <a:pt x="674" y="1289"/>
                  </a:lnTo>
                  <a:lnTo>
                    <a:pt x="629" y="1288"/>
                  </a:lnTo>
                  <a:lnTo>
                    <a:pt x="585" y="1286"/>
                  </a:lnTo>
                  <a:lnTo>
                    <a:pt x="543" y="1283"/>
                  </a:lnTo>
                  <a:lnTo>
                    <a:pt x="504" y="1279"/>
                  </a:lnTo>
                  <a:lnTo>
                    <a:pt x="466" y="1274"/>
                  </a:lnTo>
                  <a:lnTo>
                    <a:pt x="432" y="1269"/>
                  </a:lnTo>
                  <a:lnTo>
                    <a:pt x="401" y="1262"/>
                  </a:lnTo>
                  <a:lnTo>
                    <a:pt x="375" y="1254"/>
                  </a:lnTo>
                  <a:lnTo>
                    <a:pt x="352" y="1244"/>
                  </a:lnTo>
                  <a:lnTo>
                    <a:pt x="336" y="1234"/>
                  </a:lnTo>
                  <a:lnTo>
                    <a:pt x="324" y="1221"/>
                  </a:lnTo>
                  <a:lnTo>
                    <a:pt x="318" y="1208"/>
                  </a:lnTo>
                  <a:lnTo>
                    <a:pt x="319" y="1192"/>
                  </a:lnTo>
                  <a:lnTo>
                    <a:pt x="327" y="1175"/>
                  </a:lnTo>
                  <a:lnTo>
                    <a:pt x="343" y="1156"/>
                  </a:lnTo>
                  <a:lnTo>
                    <a:pt x="380" y="1115"/>
                  </a:lnTo>
                  <a:lnTo>
                    <a:pt x="410" y="1070"/>
                  </a:lnTo>
                  <a:lnTo>
                    <a:pt x="434" y="1025"/>
                  </a:lnTo>
                  <a:lnTo>
                    <a:pt x="453" y="981"/>
                  </a:lnTo>
                  <a:lnTo>
                    <a:pt x="467" y="936"/>
                  </a:lnTo>
                  <a:lnTo>
                    <a:pt x="476" y="895"/>
                  </a:lnTo>
                  <a:lnTo>
                    <a:pt x="482" y="854"/>
                  </a:lnTo>
                  <a:lnTo>
                    <a:pt x="485" y="816"/>
                  </a:lnTo>
                  <a:lnTo>
                    <a:pt x="485" y="783"/>
                  </a:lnTo>
                  <a:lnTo>
                    <a:pt x="485" y="754"/>
                  </a:lnTo>
                  <a:lnTo>
                    <a:pt x="482" y="730"/>
                  </a:lnTo>
                  <a:lnTo>
                    <a:pt x="480" y="712"/>
                  </a:lnTo>
                  <a:lnTo>
                    <a:pt x="479" y="701"/>
                  </a:lnTo>
                  <a:lnTo>
                    <a:pt x="477" y="697"/>
                  </a:lnTo>
                  <a:lnTo>
                    <a:pt x="460" y="741"/>
                  </a:lnTo>
                  <a:lnTo>
                    <a:pt x="439" y="782"/>
                  </a:lnTo>
                  <a:lnTo>
                    <a:pt x="417" y="819"/>
                  </a:lnTo>
                  <a:lnTo>
                    <a:pt x="393" y="852"/>
                  </a:lnTo>
                  <a:lnTo>
                    <a:pt x="366" y="882"/>
                  </a:lnTo>
                  <a:lnTo>
                    <a:pt x="338" y="907"/>
                  </a:lnTo>
                  <a:lnTo>
                    <a:pt x="310" y="929"/>
                  </a:lnTo>
                  <a:lnTo>
                    <a:pt x="283" y="948"/>
                  </a:lnTo>
                  <a:lnTo>
                    <a:pt x="256" y="963"/>
                  </a:lnTo>
                  <a:lnTo>
                    <a:pt x="231" y="974"/>
                  </a:lnTo>
                  <a:lnTo>
                    <a:pt x="207" y="982"/>
                  </a:lnTo>
                  <a:lnTo>
                    <a:pt x="184" y="986"/>
                  </a:lnTo>
                  <a:lnTo>
                    <a:pt x="165" y="987"/>
                  </a:lnTo>
                  <a:lnTo>
                    <a:pt x="148" y="986"/>
                  </a:lnTo>
                  <a:lnTo>
                    <a:pt x="137" y="979"/>
                  </a:lnTo>
                  <a:lnTo>
                    <a:pt x="128" y="970"/>
                  </a:lnTo>
                  <a:lnTo>
                    <a:pt x="126" y="959"/>
                  </a:lnTo>
                  <a:lnTo>
                    <a:pt x="128" y="944"/>
                  </a:lnTo>
                  <a:lnTo>
                    <a:pt x="136" y="926"/>
                  </a:lnTo>
                  <a:lnTo>
                    <a:pt x="150" y="905"/>
                  </a:lnTo>
                  <a:lnTo>
                    <a:pt x="175" y="869"/>
                  </a:lnTo>
                  <a:lnTo>
                    <a:pt x="193" y="834"/>
                  </a:lnTo>
                  <a:lnTo>
                    <a:pt x="207" y="797"/>
                  </a:lnTo>
                  <a:lnTo>
                    <a:pt x="215" y="762"/>
                  </a:lnTo>
                  <a:lnTo>
                    <a:pt x="222" y="726"/>
                  </a:lnTo>
                  <a:lnTo>
                    <a:pt x="224" y="693"/>
                  </a:lnTo>
                  <a:lnTo>
                    <a:pt x="224" y="663"/>
                  </a:lnTo>
                  <a:lnTo>
                    <a:pt x="222" y="635"/>
                  </a:lnTo>
                  <a:lnTo>
                    <a:pt x="219" y="612"/>
                  </a:lnTo>
                  <a:lnTo>
                    <a:pt x="215" y="592"/>
                  </a:lnTo>
                  <a:lnTo>
                    <a:pt x="213" y="577"/>
                  </a:lnTo>
                  <a:lnTo>
                    <a:pt x="210" y="568"/>
                  </a:lnTo>
                  <a:lnTo>
                    <a:pt x="209" y="564"/>
                  </a:lnTo>
                  <a:lnTo>
                    <a:pt x="198" y="574"/>
                  </a:lnTo>
                  <a:lnTo>
                    <a:pt x="185" y="586"/>
                  </a:lnTo>
                  <a:lnTo>
                    <a:pt x="170" y="596"/>
                  </a:lnTo>
                  <a:lnTo>
                    <a:pt x="153" y="607"/>
                  </a:lnTo>
                  <a:lnTo>
                    <a:pt x="136" y="617"/>
                  </a:lnTo>
                  <a:lnTo>
                    <a:pt x="118" y="626"/>
                  </a:lnTo>
                  <a:lnTo>
                    <a:pt x="99" y="635"/>
                  </a:lnTo>
                  <a:lnTo>
                    <a:pt x="81" y="641"/>
                  </a:lnTo>
                  <a:lnTo>
                    <a:pt x="64" y="647"/>
                  </a:lnTo>
                  <a:lnTo>
                    <a:pt x="48" y="650"/>
                  </a:lnTo>
                  <a:lnTo>
                    <a:pt x="33" y="652"/>
                  </a:lnTo>
                  <a:lnTo>
                    <a:pt x="22" y="649"/>
                  </a:lnTo>
                  <a:lnTo>
                    <a:pt x="12" y="644"/>
                  </a:lnTo>
                  <a:lnTo>
                    <a:pt x="4" y="636"/>
                  </a:lnTo>
                  <a:lnTo>
                    <a:pt x="0" y="625"/>
                  </a:lnTo>
                  <a:lnTo>
                    <a:pt x="0" y="609"/>
                  </a:lnTo>
                  <a:lnTo>
                    <a:pt x="4" y="588"/>
                  </a:lnTo>
                  <a:lnTo>
                    <a:pt x="13" y="564"/>
                  </a:lnTo>
                  <a:lnTo>
                    <a:pt x="33" y="509"/>
                  </a:lnTo>
                  <a:lnTo>
                    <a:pt x="47" y="453"/>
                  </a:lnTo>
                  <a:lnTo>
                    <a:pt x="56" y="401"/>
                  </a:lnTo>
                  <a:lnTo>
                    <a:pt x="60" y="352"/>
                  </a:lnTo>
                  <a:lnTo>
                    <a:pt x="61" y="305"/>
                  </a:lnTo>
                  <a:lnTo>
                    <a:pt x="59" y="261"/>
                  </a:lnTo>
                  <a:lnTo>
                    <a:pt x="53" y="221"/>
                  </a:lnTo>
                  <a:lnTo>
                    <a:pt x="47" y="185"/>
                  </a:lnTo>
                  <a:lnTo>
                    <a:pt x="40" y="154"/>
                  </a:lnTo>
                  <a:lnTo>
                    <a:pt x="32" y="128"/>
                  </a:lnTo>
                  <a:lnTo>
                    <a:pt x="24" y="106"/>
                  </a:lnTo>
                  <a:lnTo>
                    <a:pt x="18" y="91"/>
                  </a:lnTo>
                  <a:lnTo>
                    <a:pt x="14" y="81"/>
                  </a:lnTo>
                  <a:lnTo>
                    <a:pt x="13" y="78"/>
                  </a:lnTo>
                  <a:lnTo>
                    <a:pt x="1149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61"/>
            <p:cNvSpPr>
              <a:spLocks/>
            </p:cNvSpPr>
            <p:nvPr/>
          </p:nvSpPr>
          <p:spPr bwMode="auto">
            <a:xfrm>
              <a:off x="1192" y="1821"/>
              <a:ext cx="383" cy="430"/>
            </a:xfrm>
            <a:custGeom>
              <a:avLst/>
              <a:gdLst>
                <a:gd name="T0" fmla="*/ 1137 w 1150"/>
                <a:gd name="T1" fmla="*/ 78 h 1291"/>
                <a:gd name="T2" fmla="*/ 1132 w 1150"/>
                <a:gd name="T3" fmla="*/ 91 h 1291"/>
                <a:gd name="T4" fmla="*/ 1118 w 1150"/>
                <a:gd name="T5" fmla="*/ 128 h 1291"/>
                <a:gd name="T6" fmla="*/ 1103 w 1150"/>
                <a:gd name="T7" fmla="*/ 185 h 1291"/>
                <a:gd name="T8" fmla="*/ 1091 w 1150"/>
                <a:gd name="T9" fmla="*/ 261 h 1291"/>
                <a:gd name="T10" fmla="*/ 1090 w 1150"/>
                <a:gd name="T11" fmla="*/ 352 h 1291"/>
                <a:gd name="T12" fmla="*/ 1103 w 1150"/>
                <a:gd name="T13" fmla="*/ 453 h 1291"/>
                <a:gd name="T14" fmla="*/ 1137 w 1150"/>
                <a:gd name="T15" fmla="*/ 564 h 1291"/>
                <a:gd name="T16" fmla="*/ 1150 w 1150"/>
                <a:gd name="T17" fmla="*/ 609 h 1291"/>
                <a:gd name="T18" fmla="*/ 1146 w 1150"/>
                <a:gd name="T19" fmla="*/ 636 h 1291"/>
                <a:gd name="T20" fmla="*/ 1128 w 1150"/>
                <a:gd name="T21" fmla="*/ 649 h 1291"/>
                <a:gd name="T22" fmla="*/ 1101 w 1150"/>
                <a:gd name="T23" fmla="*/ 650 h 1291"/>
                <a:gd name="T24" fmla="*/ 1069 w 1150"/>
                <a:gd name="T25" fmla="*/ 641 h 1291"/>
                <a:gd name="T26" fmla="*/ 1032 w 1150"/>
                <a:gd name="T27" fmla="*/ 626 h 1291"/>
                <a:gd name="T28" fmla="*/ 996 w 1150"/>
                <a:gd name="T29" fmla="*/ 607 h 1291"/>
                <a:gd name="T30" fmla="*/ 965 w 1150"/>
                <a:gd name="T31" fmla="*/ 586 h 1291"/>
                <a:gd name="T32" fmla="*/ 941 w 1150"/>
                <a:gd name="T33" fmla="*/ 564 h 1291"/>
                <a:gd name="T34" fmla="*/ 937 w 1150"/>
                <a:gd name="T35" fmla="*/ 577 h 1291"/>
                <a:gd name="T36" fmla="*/ 931 w 1150"/>
                <a:gd name="T37" fmla="*/ 612 h 1291"/>
                <a:gd name="T38" fmla="*/ 926 w 1150"/>
                <a:gd name="T39" fmla="*/ 663 h 1291"/>
                <a:gd name="T40" fmla="*/ 928 w 1150"/>
                <a:gd name="T41" fmla="*/ 726 h 1291"/>
                <a:gd name="T42" fmla="*/ 943 w 1150"/>
                <a:gd name="T43" fmla="*/ 797 h 1291"/>
                <a:gd name="T44" fmla="*/ 975 w 1150"/>
                <a:gd name="T45" fmla="*/ 869 h 1291"/>
                <a:gd name="T46" fmla="*/ 1014 w 1150"/>
                <a:gd name="T47" fmla="*/ 926 h 1291"/>
                <a:gd name="T48" fmla="*/ 1024 w 1150"/>
                <a:gd name="T49" fmla="*/ 959 h 1291"/>
                <a:gd name="T50" fmla="*/ 1013 w 1150"/>
                <a:gd name="T51" fmla="*/ 979 h 1291"/>
                <a:gd name="T52" fmla="*/ 985 w 1150"/>
                <a:gd name="T53" fmla="*/ 987 h 1291"/>
                <a:gd name="T54" fmla="*/ 943 w 1150"/>
                <a:gd name="T55" fmla="*/ 982 h 1291"/>
                <a:gd name="T56" fmla="*/ 894 w 1150"/>
                <a:gd name="T57" fmla="*/ 963 h 1291"/>
                <a:gd name="T58" fmla="*/ 840 w 1150"/>
                <a:gd name="T59" fmla="*/ 929 h 1291"/>
                <a:gd name="T60" fmla="*/ 784 w 1150"/>
                <a:gd name="T61" fmla="*/ 882 h 1291"/>
                <a:gd name="T62" fmla="*/ 733 w 1150"/>
                <a:gd name="T63" fmla="*/ 819 h 1291"/>
                <a:gd name="T64" fmla="*/ 690 w 1150"/>
                <a:gd name="T65" fmla="*/ 741 h 1291"/>
                <a:gd name="T66" fmla="*/ 671 w 1150"/>
                <a:gd name="T67" fmla="*/ 701 h 1291"/>
                <a:gd name="T68" fmla="*/ 667 w 1150"/>
                <a:gd name="T69" fmla="*/ 730 h 1291"/>
                <a:gd name="T70" fmla="*/ 665 w 1150"/>
                <a:gd name="T71" fmla="*/ 783 h 1291"/>
                <a:gd name="T72" fmla="*/ 667 w 1150"/>
                <a:gd name="T73" fmla="*/ 854 h 1291"/>
                <a:gd name="T74" fmla="*/ 683 w 1150"/>
                <a:gd name="T75" fmla="*/ 936 h 1291"/>
                <a:gd name="T76" fmla="*/ 715 w 1150"/>
                <a:gd name="T77" fmla="*/ 1025 h 1291"/>
                <a:gd name="T78" fmla="*/ 770 w 1150"/>
                <a:gd name="T79" fmla="*/ 1115 h 1291"/>
                <a:gd name="T80" fmla="*/ 823 w 1150"/>
                <a:gd name="T81" fmla="*/ 1175 h 1291"/>
                <a:gd name="T82" fmla="*/ 832 w 1150"/>
                <a:gd name="T83" fmla="*/ 1208 h 1291"/>
                <a:gd name="T84" fmla="*/ 814 w 1150"/>
                <a:gd name="T85" fmla="*/ 1234 h 1291"/>
                <a:gd name="T86" fmla="*/ 775 w 1150"/>
                <a:gd name="T87" fmla="*/ 1254 h 1291"/>
                <a:gd name="T88" fmla="*/ 718 w 1150"/>
                <a:gd name="T89" fmla="*/ 1269 h 1291"/>
                <a:gd name="T90" fmla="*/ 646 w 1150"/>
                <a:gd name="T91" fmla="*/ 1279 h 1291"/>
                <a:gd name="T92" fmla="*/ 565 w 1150"/>
                <a:gd name="T93" fmla="*/ 1286 h 1291"/>
                <a:gd name="T94" fmla="*/ 476 w 1150"/>
                <a:gd name="T95" fmla="*/ 1289 h 1291"/>
                <a:gd name="T96" fmla="*/ 385 w 1150"/>
                <a:gd name="T97" fmla="*/ 1291 h 1291"/>
                <a:gd name="T98" fmla="*/ 295 w 1150"/>
                <a:gd name="T99" fmla="*/ 1289 h 1291"/>
                <a:gd name="T100" fmla="*/ 210 w 1150"/>
                <a:gd name="T101" fmla="*/ 1287 h 1291"/>
                <a:gd name="T102" fmla="*/ 136 w 1150"/>
                <a:gd name="T103" fmla="*/ 1283 h 1291"/>
                <a:gd name="T104" fmla="*/ 74 w 1150"/>
                <a:gd name="T105" fmla="*/ 1280 h 1291"/>
                <a:gd name="T106" fmla="*/ 28 w 1150"/>
                <a:gd name="T107" fmla="*/ 1278 h 1291"/>
                <a:gd name="T108" fmla="*/ 4 w 1150"/>
                <a:gd name="T109" fmla="*/ 1275 h 1291"/>
                <a:gd name="T110" fmla="*/ 0 w 1150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50" h="1291">
                  <a:moveTo>
                    <a:pt x="0" y="0"/>
                  </a:moveTo>
                  <a:lnTo>
                    <a:pt x="1137" y="78"/>
                  </a:lnTo>
                  <a:lnTo>
                    <a:pt x="1136" y="81"/>
                  </a:lnTo>
                  <a:lnTo>
                    <a:pt x="1132" y="91"/>
                  </a:lnTo>
                  <a:lnTo>
                    <a:pt x="1126" y="106"/>
                  </a:lnTo>
                  <a:lnTo>
                    <a:pt x="1118" y="128"/>
                  </a:lnTo>
                  <a:lnTo>
                    <a:pt x="1110" y="154"/>
                  </a:lnTo>
                  <a:lnTo>
                    <a:pt x="1103" y="185"/>
                  </a:lnTo>
                  <a:lnTo>
                    <a:pt x="1096" y="221"/>
                  </a:lnTo>
                  <a:lnTo>
                    <a:pt x="1091" y="261"/>
                  </a:lnTo>
                  <a:lnTo>
                    <a:pt x="1089" y="305"/>
                  </a:lnTo>
                  <a:lnTo>
                    <a:pt x="1090" y="352"/>
                  </a:lnTo>
                  <a:lnTo>
                    <a:pt x="1094" y="401"/>
                  </a:lnTo>
                  <a:lnTo>
                    <a:pt x="1103" y="453"/>
                  </a:lnTo>
                  <a:lnTo>
                    <a:pt x="1117" y="509"/>
                  </a:lnTo>
                  <a:lnTo>
                    <a:pt x="1137" y="564"/>
                  </a:lnTo>
                  <a:lnTo>
                    <a:pt x="1146" y="588"/>
                  </a:lnTo>
                  <a:lnTo>
                    <a:pt x="1150" y="609"/>
                  </a:lnTo>
                  <a:lnTo>
                    <a:pt x="1150" y="625"/>
                  </a:lnTo>
                  <a:lnTo>
                    <a:pt x="1146" y="636"/>
                  </a:lnTo>
                  <a:lnTo>
                    <a:pt x="1138" y="644"/>
                  </a:lnTo>
                  <a:lnTo>
                    <a:pt x="1128" y="649"/>
                  </a:lnTo>
                  <a:lnTo>
                    <a:pt x="1117" y="652"/>
                  </a:lnTo>
                  <a:lnTo>
                    <a:pt x="1101" y="650"/>
                  </a:lnTo>
                  <a:lnTo>
                    <a:pt x="1085" y="647"/>
                  </a:lnTo>
                  <a:lnTo>
                    <a:pt x="1069" y="641"/>
                  </a:lnTo>
                  <a:lnTo>
                    <a:pt x="1051" y="635"/>
                  </a:lnTo>
                  <a:lnTo>
                    <a:pt x="1032" y="626"/>
                  </a:lnTo>
                  <a:lnTo>
                    <a:pt x="1014" y="617"/>
                  </a:lnTo>
                  <a:lnTo>
                    <a:pt x="996" y="607"/>
                  </a:lnTo>
                  <a:lnTo>
                    <a:pt x="980" y="596"/>
                  </a:lnTo>
                  <a:lnTo>
                    <a:pt x="965" y="586"/>
                  </a:lnTo>
                  <a:lnTo>
                    <a:pt x="952" y="574"/>
                  </a:lnTo>
                  <a:lnTo>
                    <a:pt x="941" y="564"/>
                  </a:lnTo>
                  <a:lnTo>
                    <a:pt x="939" y="568"/>
                  </a:lnTo>
                  <a:lnTo>
                    <a:pt x="937" y="577"/>
                  </a:lnTo>
                  <a:lnTo>
                    <a:pt x="934" y="592"/>
                  </a:lnTo>
                  <a:lnTo>
                    <a:pt x="931" y="612"/>
                  </a:lnTo>
                  <a:lnTo>
                    <a:pt x="928" y="635"/>
                  </a:lnTo>
                  <a:lnTo>
                    <a:pt x="926" y="663"/>
                  </a:lnTo>
                  <a:lnTo>
                    <a:pt x="926" y="693"/>
                  </a:lnTo>
                  <a:lnTo>
                    <a:pt x="928" y="726"/>
                  </a:lnTo>
                  <a:lnTo>
                    <a:pt x="934" y="762"/>
                  </a:lnTo>
                  <a:lnTo>
                    <a:pt x="943" y="797"/>
                  </a:lnTo>
                  <a:lnTo>
                    <a:pt x="957" y="834"/>
                  </a:lnTo>
                  <a:lnTo>
                    <a:pt x="975" y="869"/>
                  </a:lnTo>
                  <a:lnTo>
                    <a:pt x="1000" y="905"/>
                  </a:lnTo>
                  <a:lnTo>
                    <a:pt x="1014" y="926"/>
                  </a:lnTo>
                  <a:lnTo>
                    <a:pt x="1022" y="944"/>
                  </a:lnTo>
                  <a:lnTo>
                    <a:pt x="1024" y="959"/>
                  </a:lnTo>
                  <a:lnTo>
                    <a:pt x="1022" y="970"/>
                  </a:lnTo>
                  <a:lnTo>
                    <a:pt x="1013" y="979"/>
                  </a:lnTo>
                  <a:lnTo>
                    <a:pt x="1002" y="986"/>
                  </a:lnTo>
                  <a:lnTo>
                    <a:pt x="985" y="987"/>
                  </a:lnTo>
                  <a:lnTo>
                    <a:pt x="966" y="986"/>
                  </a:lnTo>
                  <a:lnTo>
                    <a:pt x="943" y="982"/>
                  </a:lnTo>
                  <a:lnTo>
                    <a:pt x="919" y="974"/>
                  </a:lnTo>
                  <a:lnTo>
                    <a:pt x="894" y="963"/>
                  </a:lnTo>
                  <a:lnTo>
                    <a:pt x="867" y="948"/>
                  </a:lnTo>
                  <a:lnTo>
                    <a:pt x="840" y="929"/>
                  </a:lnTo>
                  <a:lnTo>
                    <a:pt x="812" y="907"/>
                  </a:lnTo>
                  <a:lnTo>
                    <a:pt x="784" y="882"/>
                  </a:lnTo>
                  <a:lnTo>
                    <a:pt x="757" y="852"/>
                  </a:lnTo>
                  <a:lnTo>
                    <a:pt x="733" y="819"/>
                  </a:lnTo>
                  <a:lnTo>
                    <a:pt x="710" y="782"/>
                  </a:lnTo>
                  <a:lnTo>
                    <a:pt x="690" y="741"/>
                  </a:lnTo>
                  <a:lnTo>
                    <a:pt x="672" y="697"/>
                  </a:lnTo>
                  <a:lnTo>
                    <a:pt x="671" y="701"/>
                  </a:lnTo>
                  <a:lnTo>
                    <a:pt x="670" y="712"/>
                  </a:lnTo>
                  <a:lnTo>
                    <a:pt x="667" y="730"/>
                  </a:lnTo>
                  <a:lnTo>
                    <a:pt x="665" y="754"/>
                  </a:lnTo>
                  <a:lnTo>
                    <a:pt x="665" y="783"/>
                  </a:lnTo>
                  <a:lnTo>
                    <a:pt x="665" y="816"/>
                  </a:lnTo>
                  <a:lnTo>
                    <a:pt x="667" y="854"/>
                  </a:lnTo>
                  <a:lnTo>
                    <a:pt x="674" y="895"/>
                  </a:lnTo>
                  <a:lnTo>
                    <a:pt x="683" y="936"/>
                  </a:lnTo>
                  <a:lnTo>
                    <a:pt x="696" y="981"/>
                  </a:lnTo>
                  <a:lnTo>
                    <a:pt x="715" y="1025"/>
                  </a:lnTo>
                  <a:lnTo>
                    <a:pt x="740" y="1070"/>
                  </a:lnTo>
                  <a:lnTo>
                    <a:pt x="770" y="1115"/>
                  </a:lnTo>
                  <a:lnTo>
                    <a:pt x="807" y="1156"/>
                  </a:lnTo>
                  <a:lnTo>
                    <a:pt x="823" y="1175"/>
                  </a:lnTo>
                  <a:lnTo>
                    <a:pt x="831" y="1192"/>
                  </a:lnTo>
                  <a:lnTo>
                    <a:pt x="832" y="1208"/>
                  </a:lnTo>
                  <a:lnTo>
                    <a:pt x="826" y="1221"/>
                  </a:lnTo>
                  <a:lnTo>
                    <a:pt x="814" y="1234"/>
                  </a:lnTo>
                  <a:lnTo>
                    <a:pt x="798" y="1244"/>
                  </a:lnTo>
                  <a:lnTo>
                    <a:pt x="775" y="1254"/>
                  </a:lnTo>
                  <a:lnTo>
                    <a:pt x="748" y="1262"/>
                  </a:lnTo>
                  <a:lnTo>
                    <a:pt x="718" y="1269"/>
                  </a:lnTo>
                  <a:lnTo>
                    <a:pt x="684" y="1274"/>
                  </a:lnTo>
                  <a:lnTo>
                    <a:pt x="646" y="1279"/>
                  </a:lnTo>
                  <a:lnTo>
                    <a:pt x="607" y="1283"/>
                  </a:lnTo>
                  <a:lnTo>
                    <a:pt x="565" y="1286"/>
                  </a:lnTo>
                  <a:lnTo>
                    <a:pt x="521" y="1288"/>
                  </a:lnTo>
                  <a:lnTo>
                    <a:pt x="476" y="1289"/>
                  </a:lnTo>
                  <a:lnTo>
                    <a:pt x="431" y="1291"/>
                  </a:lnTo>
                  <a:lnTo>
                    <a:pt x="385" y="1291"/>
                  </a:lnTo>
                  <a:lnTo>
                    <a:pt x="340" y="1289"/>
                  </a:lnTo>
                  <a:lnTo>
                    <a:pt x="295" y="1289"/>
                  </a:lnTo>
                  <a:lnTo>
                    <a:pt x="252" y="1288"/>
                  </a:lnTo>
                  <a:lnTo>
                    <a:pt x="210" y="1287"/>
                  </a:lnTo>
                  <a:lnTo>
                    <a:pt x="173" y="1286"/>
                  </a:lnTo>
                  <a:lnTo>
                    <a:pt x="136" y="1283"/>
                  </a:lnTo>
                  <a:lnTo>
                    <a:pt x="103" y="1282"/>
                  </a:lnTo>
                  <a:lnTo>
                    <a:pt x="74" y="1280"/>
                  </a:lnTo>
                  <a:lnTo>
                    <a:pt x="48" y="1279"/>
                  </a:lnTo>
                  <a:lnTo>
                    <a:pt x="28" y="1278"/>
                  </a:lnTo>
                  <a:lnTo>
                    <a:pt x="13" y="1277"/>
                  </a:lnTo>
                  <a:lnTo>
                    <a:pt x="4" y="1275"/>
                  </a:lnTo>
                  <a:lnTo>
                    <a:pt x="0" y="1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3C2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Rectangle 62"/>
            <p:cNvSpPr>
              <a:spLocks noChangeArrowheads="1"/>
            </p:cNvSpPr>
            <p:nvPr/>
          </p:nvSpPr>
          <p:spPr bwMode="auto">
            <a:xfrm>
              <a:off x="1098" y="2020"/>
              <a:ext cx="188" cy="211"/>
            </a:xfrm>
            <a:prstGeom prst="rect">
              <a:avLst/>
            </a:prstGeom>
            <a:solidFill>
              <a:srgbClr val="FDCC9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63"/>
            <p:cNvSpPr>
              <a:spLocks/>
            </p:cNvSpPr>
            <p:nvPr/>
          </p:nvSpPr>
          <p:spPr bwMode="auto">
            <a:xfrm>
              <a:off x="1098" y="2020"/>
              <a:ext cx="188" cy="66"/>
            </a:xfrm>
            <a:custGeom>
              <a:avLst/>
              <a:gdLst>
                <a:gd name="T0" fmla="*/ 0 w 565"/>
                <a:gd name="T1" fmla="*/ 0 h 197"/>
                <a:gd name="T2" fmla="*/ 565 w 565"/>
                <a:gd name="T3" fmla="*/ 0 h 197"/>
                <a:gd name="T4" fmla="*/ 565 w 565"/>
                <a:gd name="T5" fmla="*/ 191 h 197"/>
                <a:gd name="T6" fmla="*/ 504 w 565"/>
                <a:gd name="T7" fmla="*/ 197 h 197"/>
                <a:gd name="T8" fmla="*/ 447 w 565"/>
                <a:gd name="T9" fmla="*/ 197 h 197"/>
                <a:gd name="T10" fmla="*/ 391 w 565"/>
                <a:gd name="T11" fmla="*/ 194 h 197"/>
                <a:gd name="T12" fmla="*/ 338 w 565"/>
                <a:gd name="T13" fmla="*/ 188 h 197"/>
                <a:gd name="T14" fmla="*/ 289 w 565"/>
                <a:gd name="T15" fmla="*/ 180 h 197"/>
                <a:gd name="T16" fmla="*/ 242 w 565"/>
                <a:gd name="T17" fmla="*/ 170 h 197"/>
                <a:gd name="T18" fmla="*/ 199 w 565"/>
                <a:gd name="T19" fmla="*/ 159 h 197"/>
                <a:gd name="T20" fmla="*/ 160 w 565"/>
                <a:gd name="T21" fmla="*/ 147 h 197"/>
                <a:gd name="T22" fmla="*/ 124 w 565"/>
                <a:gd name="T23" fmla="*/ 133 h 197"/>
                <a:gd name="T24" fmla="*/ 93 w 565"/>
                <a:gd name="T25" fmla="*/ 122 h 197"/>
                <a:gd name="T26" fmla="*/ 65 w 565"/>
                <a:gd name="T27" fmla="*/ 109 h 197"/>
                <a:gd name="T28" fmla="*/ 42 w 565"/>
                <a:gd name="T29" fmla="*/ 98 h 197"/>
                <a:gd name="T30" fmla="*/ 24 w 565"/>
                <a:gd name="T31" fmla="*/ 89 h 197"/>
                <a:gd name="T32" fmla="*/ 12 w 565"/>
                <a:gd name="T33" fmla="*/ 81 h 197"/>
                <a:gd name="T34" fmla="*/ 3 w 565"/>
                <a:gd name="T35" fmla="*/ 78 h 197"/>
                <a:gd name="T36" fmla="*/ 0 w 565"/>
                <a:gd name="T37" fmla="*/ 75 h 197"/>
                <a:gd name="T38" fmla="*/ 0 w 565"/>
                <a:gd name="T3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5" h="197">
                  <a:moveTo>
                    <a:pt x="0" y="0"/>
                  </a:moveTo>
                  <a:lnTo>
                    <a:pt x="565" y="0"/>
                  </a:lnTo>
                  <a:lnTo>
                    <a:pt x="565" y="191"/>
                  </a:lnTo>
                  <a:lnTo>
                    <a:pt x="504" y="197"/>
                  </a:lnTo>
                  <a:lnTo>
                    <a:pt x="447" y="197"/>
                  </a:lnTo>
                  <a:lnTo>
                    <a:pt x="391" y="194"/>
                  </a:lnTo>
                  <a:lnTo>
                    <a:pt x="338" y="188"/>
                  </a:lnTo>
                  <a:lnTo>
                    <a:pt x="289" y="180"/>
                  </a:lnTo>
                  <a:lnTo>
                    <a:pt x="242" y="170"/>
                  </a:lnTo>
                  <a:lnTo>
                    <a:pt x="199" y="159"/>
                  </a:lnTo>
                  <a:lnTo>
                    <a:pt x="160" y="147"/>
                  </a:lnTo>
                  <a:lnTo>
                    <a:pt x="124" y="133"/>
                  </a:lnTo>
                  <a:lnTo>
                    <a:pt x="93" y="122"/>
                  </a:lnTo>
                  <a:lnTo>
                    <a:pt x="65" y="109"/>
                  </a:lnTo>
                  <a:lnTo>
                    <a:pt x="42" y="98"/>
                  </a:lnTo>
                  <a:lnTo>
                    <a:pt x="24" y="89"/>
                  </a:lnTo>
                  <a:lnTo>
                    <a:pt x="12" y="81"/>
                  </a:lnTo>
                  <a:lnTo>
                    <a:pt x="3" y="78"/>
                  </a:lnTo>
                  <a:lnTo>
                    <a:pt x="0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64"/>
            <p:cNvSpPr>
              <a:spLocks/>
            </p:cNvSpPr>
            <p:nvPr/>
          </p:nvSpPr>
          <p:spPr bwMode="auto">
            <a:xfrm>
              <a:off x="734" y="1589"/>
              <a:ext cx="184" cy="209"/>
            </a:xfrm>
            <a:custGeom>
              <a:avLst/>
              <a:gdLst>
                <a:gd name="T0" fmla="*/ 276 w 552"/>
                <a:gd name="T1" fmla="*/ 0 h 628"/>
                <a:gd name="T2" fmla="*/ 317 w 552"/>
                <a:gd name="T3" fmla="*/ 3 h 628"/>
                <a:gd name="T4" fmla="*/ 356 w 552"/>
                <a:gd name="T5" fmla="*/ 13 h 628"/>
                <a:gd name="T6" fmla="*/ 393 w 552"/>
                <a:gd name="T7" fmla="*/ 29 h 628"/>
                <a:gd name="T8" fmla="*/ 426 w 552"/>
                <a:gd name="T9" fmla="*/ 51 h 628"/>
                <a:gd name="T10" fmla="*/ 457 w 552"/>
                <a:gd name="T11" fmla="*/ 76 h 628"/>
                <a:gd name="T12" fmla="*/ 484 w 552"/>
                <a:gd name="T13" fmla="*/ 108 h 628"/>
                <a:gd name="T14" fmla="*/ 507 w 552"/>
                <a:gd name="T15" fmla="*/ 143 h 628"/>
                <a:gd name="T16" fmla="*/ 526 w 552"/>
                <a:gd name="T17" fmla="*/ 181 h 628"/>
                <a:gd name="T18" fmla="*/ 540 w 552"/>
                <a:gd name="T19" fmla="*/ 223 h 628"/>
                <a:gd name="T20" fmla="*/ 548 w 552"/>
                <a:gd name="T21" fmla="*/ 267 h 628"/>
                <a:gd name="T22" fmla="*/ 552 w 552"/>
                <a:gd name="T23" fmla="*/ 314 h 628"/>
                <a:gd name="T24" fmla="*/ 548 w 552"/>
                <a:gd name="T25" fmla="*/ 361 h 628"/>
                <a:gd name="T26" fmla="*/ 540 w 552"/>
                <a:gd name="T27" fmla="*/ 405 h 628"/>
                <a:gd name="T28" fmla="*/ 526 w 552"/>
                <a:gd name="T29" fmla="*/ 447 h 628"/>
                <a:gd name="T30" fmla="*/ 507 w 552"/>
                <a:gd name="T31" fmla="*/ 485 h 628"/>
                <a:gd name="T32" fmla="*/ 484 w 552"/>
                <a:gd name="T33" fmla="*/ 520 h 628"/>
                <a:gd name="T34" fmla="*/ 457 w 552"/>
                <a:gd name="T35" fmla="*/ 551 h 628"/>
                <a:gd name="T36" fmla="*/ 426 w 552"/>
                <a:gd name="T37" fmla="*/ 577 h 628"/>
                <a:gd name="T38" fmla="*/ 393 w 552"/>
                <a:gd name="T39" fmla="*/ 599 h 628"/>
                <a:gd name="T40" fmla="*/ 356 w 552"/>
                <a:gd name="T41" fmla="*/ 615 h 628"/>
                <a:gd name="T42" fmla="*/ 317 w 552"/>
                <a:gd name="T43" fmla="*/ 624 h 628"/>
                <a:gd name="T44" fmla="*/ 276 w 552"/>
                <a:gd name="T45" fmla="*/ 628 h 628"/>
                <a:gd name="T46" fmla="*/ 236 w 552"/>
                <a:gd name="T47" fmla="*/ 624 h 628"/>
                <a:gd name="T48" fmla="*/ 197 w 552"/>
                <a:gd name="T49" fmla="*/ 615 h 628"/>
                <a:gd name="T50" fmla="*/ 160 w 552"/>
                <a:gd name="T51" fmla="*/ 599 h 628"/>
                <a:gd name="T52" fmla="*/ 126 w 552"/>
                <a:gd name="T53" fmla="*/ 577 h 628"/>
                <a:gd name="T54" fmla="*/ 95 w 552"/>
                <a:gd name="T55" fmla="*/ 551 h 628"/>
                <a:gd name="T56" fmla="*/ 69 w 552"/>
                <a:gd name="T57" fmla="*/ 520 h 628"/>
                <a:gd name="T58" fmla="*/ 45 w 552"/>
                <a:gd name="T59" fmla="*/ 485 h 628"/>
                <a:gd name="T60" fmla="*/ 26 w 552"/>
                <a:gd name="T61" fmla="*/ 447 h 628"/>
                <a:gd name="T62" fmla="*/ 12 w 552"/>
                <a:gd name="T63" fmla="*/ 405 h 628"/>
                <a:gd name="T64" fmla="*/ 4 w 552"/>
                <a:gd name="T65" fmla="*/ 361 h 628"/>
                <a:gd name="T66" fmla="*/ 0 w 552"/>
                <a:gd name="T67" fmla="*/ 314 h 628"/>
                <a:gd name="T68" fmla="*/ 4 w 552"/>
                <a:gd name="T69" fmla="*/ 267 h 628"/>
                <a:gd name="T70" fmla="*/ 12 w 552"/>
                <a:gd name="T71" fmla="*/ 223 h 628"/>
                <a:gd name="T72" fmla="*/ 26 w 552"/>
                <a:gd name="T73" fmla="*/ 181 h 628"/>
                <a:gd name="T74" fmla="*/ 45 w 552"/>
                <a:gd name="T75" fmla="*/ 143 h 628"/>
                <a:gd name="T76" fmla="*/ 69 w 552"/>
                <a:gd name="T77" fmla="*/ 108 h 628"/>
                <a:gd name="T78" fmla="*/ 95 w 552"/>
                <a:gd name="T79" fmla="*/ 76 h 628"/>
                <a:gd name="T80" fmla="*/ 126 w 552"/>
                <a:gd name="T81" fmla="*/ 51 h 628"/>
                <a:gd name="T82" fmla="*/ 160 w 552"/>
                <a:gd name="T83" fmla="*/ 29 h 628"/>
                <a:gd name="T84" fmla="*/ 197 w 552"/>
                <a:gd name="T85" fmla="*/ 13 h 628"/>
                <a:gd name="T86" fmla="*/ 236 w 552"/>
                <a:gd name="T87" fmla="*/ 3 h 628"/>
                <a:gd name="T88" fmla="*/ 276 w 552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628">
                  <a:moveTo>
                    <a:pt x="276" y="0"/>
                  </a:moveTo>
                  <a:lnTo>
                    <a:pt x="317" y="3"/>
                  </a:lnTo>
                  <a:lnTo>
                    <a:pt x="356" y="13"/>
                  </a:lnTo>
                  <a:lnTo>
                    <a:pt x="393" y="29"/>
                  </a:lnTo>
                  <a:lnTo>
                    <a:pt x="426" y="51"/>
                  </a:lnTo>
                  <a:lnTo>
                    <a:pt x="457" y="76"/>
                  </a:lnTo>
                  <a:lnTo>
                    <a:pt x="484" y="108"/>
                  </a:lnTo>
                  <a:lnTo>
                    <a:pt x="507" y="143"/>
                  </a:lnTo>
                  <a:lnTo>
                    <a:pt x="526" y="181"/>
                  </a:lnTo>
                  <a:lnTo>
                    <a:pt x="540" y="223"/>
                  </a:lnTo>
                  <a:lnTo>
                    <a:pt x="548" y="267"/>
                  </a:lnTo>
                  <a:lnTo>
                    <a:pt x="552" y="314"/>
                  </a:lnTo>
                  <a:lnTo>
                    <a:pt x="548" y="361"/>
                  </a:lnTo>
                  <a:lnTo>
                    <a:pt x="540" y="405"/>
                  </a:lnTo>
                  <a:lnTo>
                    <a:pt x="526" y="447"/>
                  </a:lnTo>
                  <a:lnTo>
                    <a:pt x="507" y="485"/>
                  </a:lnTo>
                  <a:lnTo>
                    <a:pt x="484" y="520"/>
                  </a:lnTo>
                  <a:lnTo>
                    <a:pt x="457" y="551"/>
                  </a:lnTo>
                  <a:lnTo>
                    <a:pt x="426" y="577"/>
                  </a:lnTo>
                  <a:lnTo>
                    <a:pt x="393" y="599"/>
                  </a:lnTo>
                  <a:lnTo>
                    <a:pt x="356" y="615"/>
                  </a:lnTo>
                  <a:lnTo>
                    <a:pt x="317" y="624"/>
                  </a:lnTo>
                  <a:lnTo>
                    <a:pt x="276" y="628"/>
                  </a:lnTo>
                  <a:lnTo>
                    <a:pt x="236" y="624"/>
                  </a:lnTo>
                  <a:lnTo>
                    <a:pt x="197" y="615"/>
                  </a:lnTo>
                  <a:lnTo>
                    <a:pt x="160" y="599"/>
                  </a:lnTo>
                  <a:lnTo>
                    <a:pt x="126" y="577"/>
                  </a:lnTo>
                  <a:lnTo>
                    <a:pt x="95" y="551"/>
                  </a:lnTo>
                  <a:lnTo>
                    <a:pt x="69" y="520"/>
                  </a:lnTo>
                  <a:lnTo>
                    <a:pt x="45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4" y="361"/>
                  </a:lnTo>
                  <a:lnTo>
                    <a:pt x="0" y="314"/>
                  </a:lnTo>
                  <a:lnTo>
                    <a:pt x="4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5" y="143"/>
                  </a:lnTo>
                  <a:lnTo>
                    <a:pt x="69" y="108"/>
                  </a:lnTo>
                  <a:lnTo>
                    <a:pt x="95" y="76"/>
                  </a:lnTo>
                  <a:lnTo>
                    <a:pt x="126" y="51"/>
                  </a:lnTo>
                  <a:lnTo>
                    <a:pt x="160" y="29"/>
                  </a:lnTo>
                  <a:lnTo>
                    <a:pt x="197" y="13"/>
                  </a:lnTo>
                  <a:lnTo>
                    <a:pt x="236" y="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65"/>
            <p:cNvSpPr>
              <a:spLocks/>
            </p:cNvSpPr>
            <p:nvPr/>
          </p:nvSpPr>
          <p:spPr bwMode="auto">
            <a:xfrm>
              <a:off x="1465" y="1589"/>
              <a:ext cx="184" cy="209"/>
            </a:xfrm>
            <a:custGeom>
              <a:avLst/>
              <a:gdLst>
                <a:gd name="T0" fmla="*/ 275 w 551"/>
                <a:gd name="T1" fmla="*/ 0 h 628"/>
                <a:gd name="T2" fmla="*/ 316 w 551"/>
                <a:gd name="T3" fmla="*/ 3 h 628"/>
                <a:gd name="T4" fmla="*/ 355 w 551"/>
                <a:gd name="T5" fmla="*/ 13 h 628"/>
                <a:gd name="T6" fmla="*/ 392 w 551"/>
                <a:gd name="T7" fmla="*/ 29 h 628"/>
                <a:gd name="T8" fmla="*/ 426 w 551"/>
                <a:gd name="T9" fmla="*/ 51 h 628"/>
                <a:gd name="T10" fmla="*/ 456 w 551"/>
                <a:gd name="T11" fmla="*/ 76 h 628"/>
                <a:gd name="T12" fmla="*/ 483 w 551"/>
                <a:gd name="T13" fmla="*/ 108 h 628"/>
                <a:gd name="T14" fmla="*/ 507 w 551"/>
                <a:gd name="T15" fmla="*/ 143 h 628"/>
                <a:gd name="T16" fmla="*/ 525 w 551"/>
                <a:gd name="T17" fmla="*/ 181 h 628"/>
                <a:gd name="T18" fmla="*/ 539 w 551"/>
                <a:gd name="T19" fmla="*/ 223 h 628"/>
                <a:gd name="T20" fmla="*/ 548 w 551"/>
                <a:gd name="T21" fmla="*/ 267 h 628"/>
                <a:gd name="T22" fmla="*/ 551 w 551"/>
                <a:gd name="T23" fmla="*/ 314 h 628"/>
                <a:gd name="T24" fmla="*/ 548 w 551"/>
                <a:gd name="T25" fmla="*/ 361 h 628"/>
                <a:gd name="T26" fmla="*/ 539 w 551"/>
                <a:gd name="T27" fmla="*/ 405 h 628"/>
                <a:gd name="T28" fmla="*/ 525 w 551"/>
                <a:gd name="T29" fmla="*/ 447 h 628"/>
                <a:gd name="T30" fmla="*/ 507 w 551"/>
                <a:gd name="T31" fmla="*/ 485 h 628"/>
                <a:gd name="T32" fmla="*/ 483 w 551"/>
                <a:gd name="T33" fmla="*/ 520 h 628"/>
                <a:gd name="T34" fmla="*/ 456 w 551"/>
                <a:gd name="T35" fmla="*/ 551 h 628"/>
                <a:gd name="T36" fmla="*/ 426 w 551"/>
                <a:gd name="T37" fmla="*/ 577 h 628"/>
                <a:gd name="T38" fmla="*/ 392 w 551"/>
                <a:gd name="T39" fmla="*/ 599 h 628"/>
                <a:gd name="T40" fmla="*/ 355 w 551"/>
                <a:gd name="T41" fmla="*/ 615 h 628"/>
                <a:gd name="T42" fmla="*/ 316 w 551"/>
                <a:gd name="T43" fmla="*/ 624 h 628"/>
                <a:gd name="T44" fmla="*/ 275 w 551"/>
                <a:gd name="T45" fmla="*/ 628 h 628"/>
                <a:gd name="T46" fmla="*/ 235 w 551"/>
                <a:gd name="T47" fmla="*/ 624 h 628"/>
                <a:gd name="T48" fmla="*/ 196 w 551"/>
                <a:gd name="T49" fmla="*/ 615 h 628"/>
                <a:gd name="T50" fmla="*/ 159 w 551"/>
                <a:gd name="T51" fmla="*/ 599 h 628"/>
                <a:gd name="T52" fmla="*/ 126 w 551"/>
                <a:gd name="T53" fmla="*/ 577 h 628"/>
                <a:gd name="T54" fmla="*/ 94 w 551"/>
                <a:gd name="T55" fmla="*/ 551 h 628"/>
                <a:gd name="T56" fmla="*/ 68 w 551"/>
                <a:gd name="T57" fmla="*/ 520 h 628"/>
                <a:gd name="T58" fmla="*/ 44 w 551"/>
                <a:gd name="T59" fmla="*/ 485 h 628"/>
                <a:gd name="T60" fmla="*/ 26 w 551"/>
                <a:gd name="T61" fmla="*/ 447 h 628"/>
                <a:gd name="T62" fmla="*/ 12 w 551"/>
                <a:gd name="T63" fmla="*/ 405 h 628"/>
                <a:gd name="T64" fmla="*/ 3 w 551"/>
                <a:gd name="T65" fmla="*/ 361 h 628"/>
                <a:gd name="T66" fmla="*/ 0 w 551"/>
                <a:gd name="T67" fmla="*/ 314 h 628"/>
                <a:gd name="T68" fmla="*/ 3 w 551"/>
                <a:gd name="T69" fmla="*/ 267 h 628"/>
                <a:gd name="T70" fmla="*/ 12 w 551"/>
                <a:gd name="T71" fmla="*/ 223 h 628"/>
                <a:gd name="T72" fmla="*/ 26 w 551"/>
                <a:gd name="T73" fmla="*/ 181 h 628"/>
                <a:gd name="T74" fmla="*/ 44 w 551"/>
                <a:gd name="T75" fmla="*/ 143 h 628"/>
                <a:gd name="T76" fmla="*/ 68 w 551"/>
                <a:gd name="T77" fmla="*/ 108 h 628"/>
                <a:gd name="T78" fmla="*/ 94 w 551"/>
                <a:gd name="T79" fmla="*/ 76 h 628"/>
                <a:gd name="T80" fmla="*/ 126 w 551"/>
                <a:gd name="T81" fmla="*/ 51 h 628"/>
                <a:gd name="T82" fmla="*/ 159 w 551"/>
                <a:gd name="T83" fmla="*/ 29 h 628"/>
                <a:gd name="T84" fmla="*/ 196 w 551"/>
                <a:gd name="T85" fmla="*/ 13 h 628"/>
                <a:gd name="T86" fmla="*/ 235 w 551"/>
                <a:gd name="T87" fmla="*/ 3 h 628"/>
                <a:gd name="T88" fmla="*/ 275 w 551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1" h="628">
                  <a:moveTo>
                    <a:pt x="275" y="0"/>
                  </a:moveTo>
                  <a:lnTo>
                    <a:pt x="316" y="3"/>
                  </a:lnTo>
                  <a:lnTo>
                    <a:pt x="355" y="13"/>
                  </a:lnTo>
                  <a:lnTo>
                    <a:pt x="392" y="29"/>
                  </a:lnTo>
                  <a:lnTo>
                    <a:pt x="426" y="51"/>
                  </a:lnTo>
                  <a:lnTo>
                    <a:pt x="456" y="76"/>
                  </a:lnTo>
                  <a:lnTo>
                    <a:pt x="483" y="108"/>
                  </a:lnTo>
                  <a:lnTo>
                    <a:pt x="507" y="143"/>
                  </a:lnTo>
                  <a:lnTo>
                    <a:pt x="525" y="181"/>
                  </a:lnTo>
                  <a:lnTo>
                    <a:pt x="539" y="223"/>
                  </a:lnTo>
                  <a:lnTo>
                    <a:pt x="548" y="267"/>
                  </a:lnTo>
                  <a:lnTo>
                    <a:pt x="551" y="314"/>
                  </a:lnTo>
                  <a:lnTo>
                    <a:pt x="548" y="361"/>
                  </a:lnTo>
                  <a:lnTo>
                    <a:pt x="539" y="405"/>
                  </a:lnTo>
                  <a:lnTo>
                    <a:pt x="525" y="447"/>
                  </a:lnTo>
                  <a:lnTo>
                    <a:pt x="507" y="485"/>
                  </a:lnTo>
                  <a:lnTo>
                    <a:pt x="483" y="520"/>
                  </a:lnTo>
                  <a:lnTo>
                    <a:pt x="456" y="551"/>
                  </a:lnTo>
                  <a:lnTo>
                    <a:pt x="426" y="577"/>
                  </a:lnTo>
                  <a:lnTo>
                    <a:pt x="392" y="599"/>
                  </a:lnTo>
                  <a:lnTo>
                    <a:pt x="355" y="615"/>
                  </a:lnTo>
                  <a:lnTo>
                    <a:pt x="316" y="624"/>
                  </a:lnTo>
                  <a:lnTo>
                    <a:pt x="275" y="628"/>
                  </a:lnTo>
                  <a:lnTo>
                    <a:pt x="235" y="624"/>
                  </a:lnTo>
                  <a:lnTo>
                    <a:pt x="196" y="615"/>
                  </a:lnTo>
                  <a:lnTo>
                    <a:pt x="159" y="599"/>
                  </a:lnTo>
                  <a:lnTo>
                    <a:pt x="126" y="577"/>
                  </a:lnTo>
                  <a:lnTo>
                    <a:pt x="94" y="551"/>
                  </a:lnTo>
                  <a:lnTo>
                    <a:pt x="68" y="520"/>
                  </a:lnTo>
                  <a:lnTo>
                    <a:pt x="44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3" y="361"/>
                  </a:lnTo>
                  <a:lnTo>
                    <a:pt x="0" y="314"/>
                  </a:lnTo>
                  <a:lnTo>
                    <a:pt x="3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4" y="143"/>
                  </a:lnTo>
                  <a:lnTo>
                    <a:pt x="68" y="108"/>
                  </a:lnTo>
                  <a:lnTo>
                    <a:pt x="94" y="76"/>
                  </a:lnTo>
                  <a:lnTo>
                    <a:pt x="126" y="51"/>
                  </a:lnTo>
                  <a:lnTo>
                    <a:pt x="159" y="29"/>
                  </a:lnTo>
                  <a:lnTo>
                    <a:pt x="196" y="13"/>
                  </a:lnTo>
                  <a:lnTo>
                    <a:pt x="235" y="3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66"/>
            <p:cNvSpPr>
              <a:spLocks/>
            </p:cNvSpPr>
            <p:nvPr/>
          </p:nvSpPr>
          <p:spPr bwMode="auto">
            <a:xfrm>
              <a:off x="826" y="1226"/>
              <a:ext cx="731" cy="828"/>
            </a:xfrm>
            <a:custGeom>
              <a:avLst/>
              <a:gdLst>
                <a:gd name="T0" fmla="*/ 1196 w 2192"/>
                <a:gd name="T1" fmla="*/ 2 h 2484"/>
                <a:gd name="T2" fmla="*/ 1382 w 2192"/>
                <a:gd name="T3" fmla="*/ 19 h 2484"/>
                <a:gd name="T4" fmla="*/ 1548 w 2192"/>
                <a:gd name="T5" fmla="*/ 50 h 2484"/>
                <a:gd name="T6" fmla="*/ 1694 w 2192"/>
                <a:gd name="T7" fmla="*/ 96 h 2484"/>
                <a:gd name="T8" fmla="*/ 1820 w 2192"/>
                <a:gd name="T9" fmla="*/ 155 h 2484"/>
                <a:gd name="T10" fmla="*/ 1928 w 2192"/>
                <a:gd name="T11" fmla="*/ 228 h 2484"/>
                <a:gd name="T12" fmla="*/ 2017 w 2192"/>
                <a:gd name="T13" fmla="*/ 311 h 2484"/>
                <a:gd name="T14" fmla="*/ 2086 w 2192"/>
                <a:gd name="T15" fmla="*/ 405 h 2484"/>
                <a:gd name="T16" fmla="*/ 2138 w 2192"/>
                <a:gd name="T17" fmla="*/ 507 h 2484"/>
                <a:gd name="T18" fmla="*/ 2172 w 2192"/>
                <a:gd name="T19" fmla="*/ 620 h 2484"/>
                <a:gd name="T20" fmla="*/ 2190 w 2192"/>
                <a:gd name="T21" fmla="*/ 739 h 2484"/>
                <a:gd name="T22" fmla="*/ 2191 w 2192"/>
                <a:gd name="T23" fmla="*/ 839 h 2484"/>
                <a:gd name="T24" fmla="*/ 2192 w 2192"/>
                <a:gd name="T25" fmla="*/ 921 h 2484"/>
                <a:gd name="T26" fmla="*/ 2192 w 2192"/>
                <a:gd name="T27" fmla="*/ 1012 h 2484"/>
                <a:gd name="T28" fmla="*/ 2191 w 2192"/>
                <a:gd name="T29" fmla="*/ 1112 h 2484"/>
                <a:gd name="T30" fmla="*/ 2187 w 2192"/>
                <a:gd name="T31" fmla="*/ 1218 h 2484"/>
                <a:gd name="T32" fmla="*/ 2180 w 2192"/>
                <a:gd name="T33" fmla="*/ 1330 h 2484"/>
                <a:gd name="T34" fmla="*/ 2168 w 2192"/>
                <a:gd name="T35" fmla="*/ 1444 h 2484"/>
                <a:gd name="T36" fmla="*/ 2151 w 2192"/>
                <a:gd name="T37" fmla="*/ 1559 h 2484"/>
                <a:gd name="T38" fmla="*/ 2127 w 2192"/>
                <a:gd name="T39" fmla="*/ 1674 h 2484"/>
                <a:gd name="T40" fmla="*/ 2094 w 2192"/>
                <a:gd name="T41" fmla="*/ 1788 h 2484"/>
                <a:gd name="T42" fmla="*/ 2052 w 2192"/>
                <a:gd name="T43" fmla="*/ 1899 h 2484"/>
                <a:gd name="T44" fmla="*/ 2000 w 2192"/>
                <a:gd name="T45" fmla="*/ 2004 h 2484"/>
                <a:gd name="T46" fmla="*/ 1938 w 2192"/>
                <a:gd name="T47" fmla="*/ 2103 h 2484"/>
                <a:gd name="T48" fmla="*/ 1863 w 2192"/>
                <a:gd name="T49" fmla="*/ 2195 h 2484"/>
                <a:gd name="T50" fmla="*/ 1775 w 2192"/>
                <a:gd name="T51" fmla="*/ 2276 h 2484"/>
                <a:gd name="T52" fmla="*/ 1672 w 2192"/>
                <a:gd name="T53" fmla="*/ 2347 h 2484"/>
                <a:gd name="T54" fmla="*/ 1555 w 2192"/>
                <a:gd name="T55" fmla="*/ 2404 h 2484"/>
                <a:gd name="T56" fmla="*/ 1419 w 2192"/>
                <a:gd name="T57" fmla="*/ 2447 h 2484"/>
                <a:gd name="T58" fmla="*/ 1267 w 2192"/>
                <a:gd name="T59" fmla="*/ 2474 h 2484"/>
                <a:gd name="T60" fmla="*/ 1096 w 2192"/>
                <a:gd name="T61" fmla="*/ 2484 h 2484"/>
                <a:gd name="T62" fmla="*/ 926 w 2192"/>
                <a:gd name="T63" fmla="*/ 2474 h 2484"/>
                <a:gd name="T64" fmla="*/ 774 w 2192"/>
                <a:gd name="T65" fmla="*/ 2447 h 2484"/>
                <a:gd name="T66" fmla="*/ 638 w 2192"/>
                <a:gd name="T67" fmla="*/ 2404 h 2484"/>
                <a:gd name="T68" fmla="*/ 521 w 2192"/>
                <a:gd name="T69" fmla="*/ 2347 h 2484"/>
                <a:gd name="T70" fmla="*/ 418 w 2192"/>
                <a:gd name="T71" fmla="*/ 2276 h 2484"/>
                <a:gd name="T72" fmla="*/ 329 w 2192"/>
                <a:gd name="T73" fmla="*/ 2195 h 2484"/>
                <a:gd name="T74" fmla="*/ 255 w 2192"/>
                <a:gd name="T75" fmla="*/ 2103 h 2484"/>
                <a:gd name="T76" fmla="*/ 191 w 2192"/>
                <a:gd name="T77" fmla="*/ 2004 h 2484"/>
                <a:gd name="T78" fmla="*/ 141 w 2192"/>
                <a:gd name="T79" fmla="*/ 1899 h 2484"/>
                <a:gd name="T80" fmla="*/ 99 w 2192"/>
                <a:gd name="T81" fmla="*/ 1788 h 2484"/>
                <a:gd name="T82" fmla="*/ 66 w 2192"/>
                <a:gd name="T83" fmla="*/ 1674 h 2484"/>
                <a:gd name="T84" fmla="*/ 42 w 2192"/>
                <a:gd name="T85" fmla="*/ 1559 h 2484"/>
                <a:gd name="T86" fmla="*/ 24 w 2192"/>
                <a:gd name="T87" fmla="*/ 1444 h 2484"/>
                <a:gd name="T88" fmla="*/ 12 w 2192"/>
                <a:gd name="T89" fmla="*/ 1330 h 2484"/>
                <a:gd name="T90" fmla="*/ 5 w 2192"/>
                <a:gd name="T91" fmla="*/ 1218 h 2484"/>
                <a:gd name="T92" fmla="*/ 2 w 2192"/>
                <a:gd name="T93" fmla="*/ 1112 h 2484"/>
                <a:gd name="T94" fmla="*/ 0 w 2192"/>
                <a:gd name="T95" fmla="*/ 1012 h 2484"/>
                <a:gd name="T96" fmla="*/ 0 w 2192"/>
                <a:gd name="T97" fmla="*/ 921 h 2484"/>
                <a:gd name="T98" fmla="*/ 2 w 2192"/>
                <a:gd name="T99" fmla="*/ 839 h 2484"/>
                <a:gd name="T100" fmla="*/ 3 w 2192"/>
                <a:gd name="T101" fmla="*/ 739 h 2484"/>
                <a:gd name="T102" fmla="*/ 21 w 2192"/>
                <a:gd name="T103" fmla="*/ 620 h 2484"/>
                <a:gd name="T104" fmla="*/ 55 w 2192"/>
                <a:gd name="T105" fmla="*/ 507 h 2484"/>
                <a:gd name="T106" fmla="*/ 107 w 2192"/>
                <a:gd name="T107" fmla="*/ 405 h 2484"/>
                <a:gd name="T108" fmla="*/ 176 w 2192"/>
                <a:gd name="T109" fmla="*/ 311 h 2484"/>
                <a:gd name="T110" fmla="*/ 265 w 2192"/>
                <a:gd name="T111" fmla="*/ 228 h 2484"/>
                <a:gd name="T112" fmla="*/ 372 w 2192"/>
                <a:gd name="T113" fmla="*/ 155 h 2484"/>
                <a:gd name="T114" fmla="*/ 499 w 2192"/>
                <a:gd name="T115" fmla="*/ 96 h 2484"/>
                <a:gd name="T116" fmla="*/ 645 w 2192"/>
                <a:gd name="T117" fmla="*/ 50 h 2484"/>
                <a:gd name="T118" fmla="*/ 810 w 2192"/>
                <a:gd name="T119" fmla="*/ 19 h 2484"/>
                <a:gd name="T120" fmla="*/ 996 w 2192"/>
                <a:gd name="T121" fmla="*/ 2 h 2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92" h="2484">
                  <a:moveTo>
                    <a:pt x="1096" y="0"/>
                  </a:moveTo>
                  <a:lnTo>
                    <a:pt x="1196" y="2"/>
                  </a:lnTo>
                  <a:lnTo>
                    <a:pt x="1293" y="9"/>
                  </a:lnTo>
                  <a:lnTo>
                    <a:pt x="1382" y="19"/>
                  </a:lnTo>
                  <a:lnTo>
                    <a:pt x="1468" y="33"/>
                  </a:lnTo>
                  <a:lnTo>
                    <a:pt x="1548" y="50"/>
                  </a:lnTo>
                  <a:lnTo>
                    <a:pt x="1624" y="72"/>
                  </a:lnTo>
                  <a:lnTo>
                    <a:pt x="1694" y="96"/>
                  </a:lnTo>
                  <a:lnTo>
                    <a:pt x="1760" y="124"/>
                  </a:lnTo>
                  <a:lnTo>
                    <a:pt x="1820" y="155"/>
                  </a:lnTo>
                  <a:lnTo>
                    <a:pt x="1876" y="190"/>
                  </a:lnTo>
                  <a:lnTo>
                    <a:pt x="1928" y="228"/>
                  </a:lnTo>
                  <a:lnTo>
                    <a:pt x="1973" y="268"/>
                  </a:lnTo>
                  <a:lnTo>
                    <a:pt x="2017" y="311"/>
                  </a:lnTo>
                  <a:lnTo>
                    <a:pt x="2053" y="357"/>
                  </a:lnTo>
                  <a:lnTo>
                    <a:pt x="2086" y="405"/>
                  </a:lnTo>
                  <a:lnTo>
                    <a:pt x="2114" y="455"/>
                  </a:lnTo>
                  <a:lnTo>
                    <a:pt x="2138" y="507"/>
                  </a:lnTo>
                  <a:lnTo>
                    <a:pt x="2157" y="563"/>
                  </a:lnTo>
                  <a:lnTo>
                    <a:pt x="2172" y="620"/>
                  </a:lnTo>
                  <a:lnTo>
                    <a:pt x="2184" y="678"/>
                  </a:lnTo>
                  <a:lnTo>
                    <a:pt x="2190" y="739"/>
                  </a:lnTo>
                  <a:lnTo>
                    <a:pt x="2191" y="802"/>
                  </a:lnTo>
                  <a:lnTo>
                    <a:pt x="2191" y="839"/>
                  </a:lnTo>
                  <a:lnTo>
                    <a:pt x="2192" y="878"/>
                  </a:lnTo>
                  <a:lnTo>
                    <a:pt x="2192" y="921"/>
                  </a:lnTo>
                  <a:lnTo>
                    <a:pt x="2192" y="965"/>
                  </a:lnTo>
                  <a:lnTo>
                    <a:pt x="2192" y="1012"/>
                  </a:lnTo>
                  <a:lnTo>
                    <a:pt x="2192" y="1062"/>
                  </a:lnTo>
                  <a:lnTo>
                    <a:pt x="2191" y="1112"/>
                  </a:lnTo>
                  <a:lnTo>
                    <a:pt x="2190" y="1165"/>
                  </a:lnTo>
                  <a:lnTo>
                    <a:pt x="2187" y="1218"/>
                  </a:lnTo>
                  <a:lnTo>
                    <a:pt x="2185" y="1273"/>
                  </a:lnTo>
                  <a:lnTo>
                    <a:pt x="2180" y="1330"/>
                  </a:lnTo>
                  <a:lnTo>
                    <a:pt x="2175" y="1386"/>
                  </a:lnTo>
                  <a:lnTo>
                    <a:pt x="2168" y="1444"/>
                  </a:lnTo>
                  <a:lnTo>
                    <a:pt x="2161" y="1501"/>
                  </a:lnTo>
                  <a:lnTo>
                    <a:pt x="2151" y="1559"/>
                  </a:lnTo>
                  <a:lnTo>
                    <a:pt x="2139" y="1617"/>
                  </a:lnTo>
                  <a:lnTo>
                    <a:pt x="2127" y="1674"/>
                  </a:lnTo>
                  <a:lnTo>
                    <a:pt x="2111" y="1731"/>
                  </a:lnTo>
                  <a:lnTo>
                    <a:pt x="2094" y="1788"/>
                  </a:lnTo>
                  <a:lnTo>
                    <a:pt x="2075" y="1844"/>
                  </a:lnTo>
                  <a:lnTo>
                    <a:pt x="2052" y="1899"/>
                  </a:lnTo>
                  <a:lnTo>
                    <a:pt x="2028" y="1952"/>
                  </a:lnTo>
                  <a:lnTo>
                    <a:pt x="2000" y="2004"/>
                  </a:lnTo>
                  <a:lnTo>
                    <a:pt x="1971" y="2055"/>
                  </a:lnTo>
                  <a:lnTo>
                    <a:pt x="1938" y="2103"/>
                  </a:lnTo>
                  <a:lnTo>
                    <a:pt x="1903" y="2150"/>
                  </a:lnTo>
                  <a:lnTo>
                    <a:pt x="1863" y="2195"/>
                  </a:lnTo>
                  <a:lnTo>
                    <a:pt x="1820" y="2237"/>
                  </a:lnTo>
                  <a:lnTo>
                    <a:pt x="1775" y="2276"/>
                  </a:lnTo>
                  <a:lnTo>
                    <a:pt x="1725" y="2313"/>
                  </a:lnTo>
                  <a:lnTo>
                    <a:pt x="1672" y="2347"/>
                  </a:lnTo>
                  <a:lnTo>
                    <a:pt x="1615" y="2378"/>
                  </a:lnTo>
                  <a:lnTo>
                    <a:pt x="1555" y="2404"/>
                  </a:lnTo>
                  <a:lnTo>
                    <a:pt x="1489" y="2427"/>
                  </a:lnTo>
                  <a:lnTo>
                    <a:pt x="1419" y="2447"/>
                  </a:lnTo>
                  <a:lnTo>
                    <a:pt x="1346" y="2462"/>
                  </a:lnTo>
                  <a:lnTo>
                    <a:pt x="1267" y="2474"/>
                  </a:lnTo>
                  <a:lnTo>
                    <a:pt x="1184" y="2481"/>
                  </a:lnTo>
                  <a:lnTo>
                    <a:pt x="1096" y="2484"/>
                  </a:lnTo>
                  <a:lnTo>
                    <a:pt x="1009" y="2481"/>
                  </a:lnTo>
                  <a:lnTo>
                    <a:pt x="926" y="2474"/>
                  </a:lnTo>
                  <a:lnTo>
                    <a:pt x="847" y="2462"/>
                  </a:lnTo>
                  <a:lnTo>
                    <a:pt x="774" y="2447"/>
                  </a:lnTo>
                  <a:lnTo>
                    <a:pt x="704" y="2427"/>
                  </a:lnTo>
                  <a:lnTo>
                    <a:pt x="638" y="2404"/>
                  </a:lnTo>
                  <a:lnTo>
                    <a:pt x="577" y="2378"/>
                  </a:lnTo>
                  <a:lnTo>
                    <a:pt x="521" y="2347"/>
                  </a:lnTo>
                  <a:lnTo>
                    <a:pt x="467" y="2313"/>
                  </a:lnTo>
                  <a:lnTo>
                    <a:pt x="418" y="2276"/>
                  </a:lnTo>
                  <a:lnTo>
                    <a:pt x="372" y="2237"/>
                  </a:lnTo>
                  <a:lnTo>
                    <a:pt x="329" y="2195"/>
                  </a:lnTo>
                  <a:lnTo>
                    <a:pt x="290" y="2150"/>
                  </a:lnTo>
                  <a:lnTo>
                    <a:pt x="255" y="2103"/>
                  </a:lnTo>
                  <a:lnTo>
                    <a:pt x="222" y="2055"/>
                  </a:lnTo>
                  <a:lnTo>
                    <a:pt x="191" y="2004"/>
                  </a:lnTo>
                  <a:lnTo>
                    <a:pt x="165" y="1952"/>
                  </a:lnTo>
                  <a:lnTo>
                    <a:pt x="141" y="1899"/>
                  </a:lnTo>
                  <a:lnTo>
                    <a:pt x="118" y="1844"/>
                  </a:lnTo>
                  <a:lnTo>
                    <a:pt x="99" y="1788"/>
                  </a:lnTo>
                  <a:lnTo>
                    <a:pt x="81" y="1731"/>
                  </a:lnTo>
                  <a:lnTo>
                    <a:pt x="66" y="1674"/>
                  </a:lnTo>
                  <a:lnTo>
                    <a:pt x="54" y="1617"/>
                  </a:lnTo>
                  <a:lnTo>
                    <a:pt x="42" y="1559"/>
                  </a:lnTo>
                  <a:lnTo>
                    <a:pt x="32" y="1501"/>
                  </a:lnTo>
                  <a:lnTo>
                    <a:pt x="24" y="1444"/>
                  </a:lnTo>
                  <a:lnTo>
                    <a:pt x="18" y="1386"/>
                  </a:lnTo>
                  <a:lnTo>
                    <a:pt x="12" y="1330"/>
                  </a:lnTo>
                  <a:lnTo>
                    <a:pt x="8" y="1273"/>
                  </a:lnTo>
                  <a:lnTo>
                    <a:pt x="5" y="1218"/>
                  </a:lnTo>
                  <a:lnTo>
                    <a:pt x="3" y="1165"/>
                  </a:lnTo>
                  <a:lnTo>
                    <a:pt x="2" y="1112"/>
                  </a:lnTo>
                  <a:lnTo>
                    <a:pt x="0" y="1062"/>
                  </a:lnTo>
                  <a:lnTo>
                    <a:pt x="0" y="1012"/>
                  </a:lnTo>
                  <a:lnTo>
                    <a:pt x="0" y="965"/>
                  </a:lnTo>
                  <a:lnTo>
                    <a:pt x="0" y="921"/>
                  </a:lnTo>
                  <a:lnTo>
                    <a:pt x="0" y="878"/>
                  </a:lnTo>
                  <a:lnTo>
                    <a:pt x="2" y="839"/>
                  </a:lnTo>
                  <a:lnTo>
                    <a:pt x="2" y="802"/>
                  </a:lnTo>
                  <a:lnTo>
                    <a:pt x="3" y="739"/>
                  </a:lnTo>
                  <a:lnTo>
                    <a:pt x="9" y="678"/>
                  </a:lnTo>
                  <a:lnTo>
                    <a:pt x="21" y="620"/>
                  </a:lnTo>
                  <a:lnTo>
                    <a:pt x="36" y="563"/>
                  </a:lnTo>
                  <a:lnTo>
                    <a:pt x="55" y="507"/>
                  </a:lnTo>
                  <a:lnTo>
                    <a:pt x="79" y="455"/>
                  </a:lnTo>
                  <a:lnTo>
                    <a:pt x="107" y="405"/>
                  </a:lnTo>
                  <a:lnTo>
                    <a:pt x="140" y="357"/>
                  </a:lnTo>
                  <a:lnTo>
                    <a:pt x="176" y="311"/>
                  </a:lnTo>
                  <a:lnTo>
                    <a:pt x="218" y="268"/>
                  </a:lnTo>
                  <a:lnTo>
                    <a:pt x="265" y="228"/>
                  </a:lnTo>
                  <a:lnTo>
                    <a:pt x="317" y="190"/>
                  </a:lnTo>
                  <a:lnTo>
                    <a:pt x="372" y="155"/>
                  </a:lnTo>
                  <a:lnTo>
                    <a:pt x="433" y="124"/>
                  </a:lnTo>
                  <a:lnTo>
                    <a:pt x="499" y="96"/>
                  </a:lnTo>
                  <a:lnTo>
                    <a:pt x="569" y="72"/>
                  </a:lnTo>
                  <a:lnTo>
                    <a:pt x="645" y="50"/>
                  </a:lnTo>
                  <a:lnTo>
                    <a:pt x="724" y="33"/>
                  </a:lnTo>
                  <a:lnTo>
                    <a:pt x="810" y="19"/>
                  </a:lnTo>
                  <a:lnTo>
                    <a:pt x="900" y="9"/>
                  </a:lnTo>
                  <a:lnTo>
                    <a:pt x="996" y="2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67"/>
            <p:cNvSpPr>
              <a:spLocks/>
            </p:cNvSpPr>
            <p:nvPr/>
          </p:nvSpPr>
          <p:spPr bwMode="auto">
            <a:xfrm>
              <a:off x="975" y="1625"/>
              <a:ext cx="78" cy="87"/>
            </a:xfrm>
            <a:custGeom>
              <a:avLst/>
              <a:gdLst>
                <a:gd name="T0" fmla="*/ 119 w 236"/>
                <a:gd name="T1" fmla="*/ 0 h 259"/>
                <a:gd name="T2" fmla="*/ 145 w 236"/>
                <a:gd name="T3" fmla="*/ 4 h 259"/>
                <a:gd name="T4" fmla="*/ 170 w 236"/>
                <a:gd name="T5" fmla="*/ 13 h 259"/>
                <a:gd name="T6" fmla="*/ 192 w 236"/>
                <a:gd name="T7" fmla="*/ 28 h 259"/>
                <a:gd name="T8" fmla="*/ 211 w 236"/>
                <a:gd name="T9" fmla="*/ 48 h 259"/>
                <a:gd name="T10" fmla="*/ 225 w 236"/>
                <a:gd name="T11" fmla="*/ 72 h 259"/>
                <a:gd name="T12" fmla="*/ 234 w 236"/>
                <a:gd name="T13" fmla="*/ 100 h 259"/>
                <a:gd name="T14" fmla="*/ 236 w 236"/>
                <a:gd name="T15" fmla="*/ 129 h 259"/>
                <a:gd name="T16" fmla="*/ 234 w 236"/>
                <a:gd name="T17" fmla="*/ 159 h 259"/>
                <a:gd name="T18" fmla="*/ 225 w 236"/>
                <a:gd name="T19" fmla="*/ 187 h 259"/>
                <a:gd name="T20" fmla="*/ 211 w 236"/>
                <a:gd name="T21" fmla="*/ 211 h 259"/>
                <a:gd name="T22" fmla="*/ 192 w 236"/>
                <a:gd name="T23" fmla="*/ 230 h 259"/>
                <a:gd name="T24" fmla="*/ 170 w 236"/>
                <a:gd name="T25" fmla="*/ 247 h 259"/>
                <a:gd name="T26" fmla="*/ 145 w 236"/>
                <a:gd name="T27" fmla="*/ 256 h 259"/>
                <a:gd name="T28" fmla="*/ 119 w 236"/>
                <a:gd name="T29" fmla="*/ 259 h 259"/>
                <a:gd name="T30" fmla="*/ 91 w 236"/>
                <a:gd name="T31" fmla="*/ 256 h 259"/>
                <a:gd name="T32" fmla="*/ 65 w 236"/>
                <a:gd name="T33" fmla="*/ 247 h 259"/>
                <a:gd name="T34" fmla="*/ 44 w 236"/>
                <a:gd name="T35" fmla="*/ 230 h 259"/>
                <a:gd name="T36" fmla="*/ 25 w 236"/>
                <a:gd name="T37" fmla="*/ 211 h 259"/>
                <a:gd name="T38" fmla="*/ 11 w 236"/>
                <a:gd name="T39" fmla="*/ 187 h 259"/>
                <a:gd name="T40" fmla="*/ 2 w 236"/>
                <a:gd name="T41" fmla="*/ 159 h 259"/>
                <a:gd name="T42" fmla="*/ 0 w 236"/>
                <a:gd name="T43" fmla="*/ 129 h 259"/>
                <a:gd name="T44" fmla="*/ 2 w 236"/>
                <a:gd name="T45" fmla="*/ 100 h 259"/>
                <a:gd name="T46" fmla="*/ 11 w 236"/>
                <a:gd name="T47" fmla="*/ 72 h 259"/>
                <a:gd name="T48" fmla="*/ 25 w 236"/>
                <a:gd name="T49" fmla="*/ 48 h 259"/>
                <a:gd name="T50" fmla="*/ 44 w 236"/>
                <a:gd name="T51" fmla="*/ 28 h 259"/>
                <a:gd name="T52" fmla="*/ 65 w 236"/>
                <a:gd name="T53" fmla="*/ 13 h 259"/>
                <a:gd name="T54" fmla="*/ 91 w 236"/>
                <a:gd name="T55" fmla="*/ 4 h 259"/>
                <a:gd name="T56" fmla="*/ 119 w 236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59">
                  <a:moveTo>
                    <a:pt x="119" y="0"/>
                  </a:moveTo>
                  <a:lnTo>
                    <a:pt x="145" y="4"/>
                  </a:lnTo>
                  <a:lnTo>
                    <a:pt x="170" y="13"/>
                  </a:lnTo>
                  <a:lnTo>
                    <a:pt x="192" y="28"/>
                  </a:lnTo>
                  <a:lnTo>
                    <a:pt x="211" y="48"/>
                  </a:lnTo>
                  <a:lnTo>
                    <a:pt x="225" y="72"/>
                  </a:lnTo>
                  <a:lnTo>
                    <a:pt x="234" y="100"/>
                  </a:lnTo>
                  <a:lnTo>
                    <a:pt x="236" y="129"/>
                  </a:lnTo>
                  <a:lnTo>
                    <a:pt x="234" y="159"/>
                  </a:lnTo>
                  <a:lnTo>
                    <a:pt x="225" y="187"/>
                  </a:lnTo>
                  <a:lnTo>
                    <a:pt x="211" y="211"/>
                  </a:lnTo>
                  <a:lnTo>
                    <a:pt x="192" y="230"/>
                  </a:lnTo>
                  <a:lnTo>
                    <a:pt x="170" y="247"/>
                  </a:lnTo>
                  <a:lnTo>
                    <a:pt x="145" y="256"/>
                  </a:lnTo>
                  <a:lnTo>
                    <a:pt x="119" y="259"/>
                  </a:lnTo>
                  <a:lnTo>
                    <a:pt x="91" y="256"/>
                  </a:lnTo>
                  <a:lnTo>
                    <a:pt x="65" y="247"/>
                  </a:lnTo>
                  <a:lnTo>
                    <a:pt x="44" y="230"/>
                  </a:lnTo>
                  <a:lnTo>
                    <a:pt x="25" y="211"/>
                  </a:lnTo>
                  <a:lnTo>
                    <a:pt x="11" y="187"/>
                  </a:lnTo>
                  <a:lnTo>
                    <a:pt x="2" y="159"/>
                  </a:lnTo>
                  <a:lnTo>
                    <a:pt x="0" y="129"/>
                  </a:lnTo>
                  <a:lnTo>
                    <a:pt x="2" y="100"/>
                  </a:lnTo>
                  <a:lnTo>
                    <a:pt x="11" y="72"/>
                  </a:lnTo>
                  <a:lnTo>
                    <a:pt x="25" y="48"/>
                  </a:lnTo>
                  <a:lnTo>
                    <a:pt x="44" y="28"/>
                  </a:lnTo>
                  <a:lnTo>
                    <a:pt x="65" y="13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8"/>
            <p:cNvSpPr>
              <a:spLocks/>
            </p:cNvSpPr>
            <p:nvPr/>
          </p:nvSpPr>
          <p:spPr bwMode="auto">
            <a:xfrm>
              <a:off x="98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50 w 71"/>
                <a:gd name="T3" fmla="*/ 2 h 71"/>
                <a:gd name="T4" fmla="*/ 60 w 71"/>
                <a:gd name="T5" fmla="*/ 10 h 71"/>
                <a:gd name="T6" fmla="*/ 67 w 71"/>
                <a:gd name="T7" fmla="*/ 21 h 71"/>
                <a:gd name="T8" fmla="*/ 71 w 71"/>
                <a:gd name="T9" fmla="*/ 35 h 71"/>
                <a:gd name="T10" fmla="*/ 67 w 71"/>
                <a:gd name="T11" fmla="*/ 48 h 71"/>
                <a:gd name="T12" fmla="*/ 60 w 71"/>
                <a:gd name="T13" fmla="*/ 60 h 71"/>
                <a:gd name="T14" fmla="*/ 50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50" y="2"/>
                  </a:lnTo>
                  <a:lnTo>
                    <a:pt x="60" y="10"/>
                  </a:lnTo>
                  <a:lnTo>
                    <a:pt x="67" y="21"/>
                  </a:lnTo>
                  <a:lnTo>
                    <a:pt x="71" y="35"/>
                  </a:lnTo>
                  <a:lnTo>
                    <a:pt x="67" y="48"/>
                  </a:lnTo>
                  <a:lnTo>
                    <a:pt x="60" y="60"/>
                  </a:lnTo>
                  <a:lnTo>
                    <a:pt x="50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9"/>
            <p:cNvSpPr>
              <a:spLocks/>
            </p:cNvSpPr>
            <p:nvPr/>
          </p:nvSpPr>
          <p:spPr bwMode="auto">
            <a:xfrm>
              <a:off x="947" y="1510"/>
              <a:ext cx="129" cy="56"/>
            </a:xfrm>
            <a:custGeom>
              <a:avLst/>
              <a:gdLst>
                <a:gd name="T0" fmla="*/ 203 w 388"/>
                <a:gd name="T1" fmla="*/ 0 h 169"/>
                <a:gd name="T2" fmla="*/ 241 w 388"/>
                <a:gd name="T3" fmla="*/ 1 h 169"/>
                <a:gd name="T4" fmla="*/ 275 w 388"/>
                <a:gd name="T5" fmla="*/ 8 h 169"/>
                <a:gd name="T6" fmla="*/ 303 w 388"/>
                <a:gd name="T7" fmla="*/ 17 h 169"/>
                <a:gd name="T8" fmla="*/ 326 w 388"/>
                <a:gd name="T9" fmla="*/ 28 h 169"/>
                <a:gd name="T10" fmla="*/ 346 w 388"/>
                <a:gd name="T11" fmla="*/ 42 h 169"/>
                <a:gd name="T12" fmla="*/ 361 w 388"/>
                <a:gd name="T13" fmla="*/ 57 h 169"/>
                <a:gd name="T14" fmla="*/ 372 w 388"/>
                <a:gd name="T15" fmla="*/ 74 h 169"/>
                <a:gd name="T16" fmla="*/ 380 w 388"/>
                <a:gd name="T17" fmla="*/ 90 h 169"/>
                <a:gd name="T18" fmla="*/ 385 w 388"/>
                <a:gd name="T19" fmla="*/ 107 h 169"/>
                <a:gd name="T20" fmla="*/ 388 w 388"/>
                <a:gd name="T21" fmla="*/ 123 h 169"/>
                <a:gd name="T22" fmla="*/ 388 w 388"/>
                <a:gd name="T23" fmla="*/ 137 h 169"/>
                <a:gd name="T24" fmla="*/ 385 w 388"/>
                <a:gd name="T25" fmla="*/ 150 h 169"/>
                <a:gd name="T26" fmla="*/ 381 w 388"/>
                <a:gd name="T27" fmla="*/ 158 h 169"/>
                <a:gd name="T28" fmla="*/ 376 w 388"/>
                <a:gd name="T29" fmla="*/ 165 h 169"/>
                <a:gd name="T30" fmla="*/ 370 w 388"/>
                <a:gd name="T31" fmla="*/ 169 h 169"/>
                <a:gd name="T32" fmla="*/ 364 w 388"/>
                <a:gd name="T33" fmla="*/ 167 h 169"/>
                <a:gd name="T34" fmla="*/ 324 w 388"/>
                <a:gd name="T35" fmla="*/ 148 h 169"/>
                <a:gd name="T36" fmla="*/ 288 w 388"/>
                <a:gd name="T37" fmla="*/ 136 h 169"/>
                <a:gd name="T38" fmla="*/ 253 w 388"/>
                <a:gd name="T39" fmla="*/ 127 h 169"/>
                <a:gd name="T40" fmla="*/ 222 w 388"/>
                <a:gd name="T41" fmla="*/ 123 h 169"/>
                <a:gd name="T42" fmla="*/ 193 w 388"/>
                <a:gd name="T43" fmla="*/ 122 h 169"/>
                <a:gd name="T44" fmla="*/ 166 w 388"/>
                <a:gd name="T45" fmla="*/ 124 h 169"/>
                <a:gd name="T46" fmla="*/ 142 w 388"/>
                <a:gd name="T47" fmla="*/ 128 h 169"/>
                <a:gd name="T48" fmla="*/ 121 w 388"/>
                <a:gd name="T49" fmla="*/ 134 h 169"/>
                <a:gd name="T50" fmla="*/ 100 w 388"/>
                <a:gd name="T51" fmla="*/ 141 h 169"/>
                <a:gd name="T52" fmla="*/ 81 w 388"/>
                <a:gd name="T53" fmla="*/ 147 h 169"/>
                <a:gd name="T54" fmla="*/ 65 w 388"/>
                <a:gd name="T55" fmla="*/ 152 h 169"/>
                <a:gd name="T56" fmla="*/ 50 w 388"/>
                <a:gd name="T57" fmla="*/ 157 h 169"/>
                <a:gd name="T58" fmla="*/ 36 w 388"/>
                <a:gd name="T59" fmla="*/ 158 h 169"/>
                <a:gd name="T60" fmla="*/ 23 w 388"/>
                <a:gd name="T61" fmla="*/ 158 h 169"/>
                <a:gd name="T62" fmla="*/ 12 w 388"/>
                <a:gd name="T63" fmla="*/ 155 h 169"/>
                <a:gd name="T64" fmla="*/ 5 w 388"/>
                <a:gd name="T65" fmla="*/ 150 h 169"/>
                <a:gd name="T66" fmla="*/ 2 w 388"/>
                <a:gd name="T67" fmla="*/ 141 h 169"/>
                <a:gd name="T68" fmla="*/ 0 w 388"/>
                <a:gd name="T69" fmla="*/ 129 h 169"/>
                <a:gd name="T70" fmla="*/ 2 w 388"/>
                <a:gd name="T71" fmla="*/ 117 h 169"/>
                <a:gd name="T72" fmla="*/ 5 w 388"/>
                <a:gd name="T73" fmla="*/ 103 h 169"/>
                <a:gd name="T74" fmla="*/ 12 w 388"/>
                <a:gd name="T75" fmla="*/ 86 h 169"/>
                <a:gd name="T76" fmla="*/ 23 w 388"/>
                <a:gd name="T77" fmla="*/ 71 h 169"/>
                <a:gd name="T78" fmla="*/ 36 w 388"/>
                <a:gd name="T79" fmla="*/ 56 h 169"/>
                <a:gd name="T80" fmla="*/ 53 w 388"/>
                <a:gd name="T81" fmla="*/ 41 h 169"/>
                <a:gd name="T82" fmla="*/ 75 w 388"/>
                <a:gd name="T83" fmla="*/ 28 h 169"/>
                <a:gd name="T84" fmla="*/ 100 w 388"/>
                <a:gd name="T85" fmla="*/ 17 h 169"/>
                <a:gd name="T86" fmla="*/ 129 w 388"/>
                <a:gd name="T87" fmla="*/ 8 h 169"/>
                <a:gd name="T88" fmla="*/ 164 w 388"/>
                <a:gd name="T89" fmla="*/ 1 h 169"/>
                <a:gd name="T90" fmla="*/ 203 w 388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8" h="169">
                  <a:moveTo>
                    <a:pt x="203" y="0"/>
                  </a:moveTo>
                  <a:lnTo>
                    <a:pt x="241" y="1"/>
                  </a:lnTo>
                  <a:lnTo>
                    <a:pt x="275" y="8"/>
                  </a:lnTo>
                  <a:lnTo>
                    <a:pt x="303" y="17"/>
                  </a:lnTo>
                  <a:lnTo>
                    <a:pt x="326" y="28"/>
                  </a:lnTo>
                  <a:lnTo>
                    <a:pt x="346" y="42"/>
                  </a:lnTo>
                  <a:lnTo>
                    <a:pt x="361" y="57"/>
                  </a:lnTo>
                  <a:lnTo>
                    <a:pt x="372" y="74"/>
                  </a:lnTo>
                  <a:lnTo>
                    <a:pt x="380" y="90"/>
                  </a:lnTo>
                  <a:lnTo>
                    <a:pt x="385" y="107"/>
                  </a:lnTo>
                  <a:lnTo>
                    <a:pt x="388" y="123"/>
                  </a:lnTo>
                  <a:lnTo>
                    <a:pt x="388" y="137"/>
                  </a:lnTo>
                  <a:lnTo>
                    <a:pt x="385" y="150"/>
                  </a:lnTo>
                  <a:lnTo>
                    <a:pt x="381" y="158"/>
                  </a:lnTo>
                  <a:lnTo>
                    <a:pt x="376" y="165"/>
                  </a:lnTo>
                  <a:lnTo>
                    <a:pt x="370" y="169"/>
                  </a:lnTo>
                  <a:lnTo>
                    <a:pt x="364" y="167"/>
                  </a:lnTo>
                  <a:lnTo>
                    <a:pt x="324" y="148"/>
                  </a:lnTo>
                  <a:lnTo>
                    <a:pt x="288" y="136"/>
                  </a:lnTo>
                  <a:lnTo>
                    <a:pt x="253" y="127"/>
                  </a:lnTo>
                  <a:lnTo>
                    <a:pt x="222" y="123"/>
                  </a:lnTo>
                  <a:lnTo>
                    <a:pt x="193" y="122"/>
                  </a:lnTo>
                  <a:lnTo>
                    <a:pt x="166" y="124"/>
                  </a:lnTo>
                  <a:lnTo>
                    <a:pt x="142" y="128"/>
                  </a:lnTo>
                  <a:lnTo>
                    <a:pt x="121" y="134"/>
                  </a:lnTo>
                  <a:lnTo>
                    <a:pt x="100" y="141"/>
                  </a:lnTo>
                  <a:lnTo>
                    <a:pt x="81" y="147"/>
                  </a:lnTo>
                  <a:lnTo>
                    <a:pt x="65" y="152"/>
                  </a:lnTo>
                  <a:lnTo>
                    <a:pt x="50" y="157"/>
                  </a:lnTo>
                  <a:lnTo>
                    <a:pt x="36" y="158"/>
                  </a:lnTo>
                  <a:lnTo>
                    <a:pt x="23" y="158"/>
                  </a:lnTo>
                  <a:lnTo>
                    <a:pt x="12" y="155"/>
                  </a:lnTo>
                  <a:lnTo>
                    <a:pt x="5" y="150"/>
                  </a:lnTo>
                  <a:lnTo>
                    <a:pt x="2" y="141"/>
                  </a:lnTo>
                  <a:lnTo>
                    <a:pt x="0" y="129"/>
                  </a:lnTo>
                  <a:lnTo>
                    <a:pt x="2" y="117"/>
                  </a:lnTo>
                  <a:lnTo>
                    <a:pt x="5" y="103"/>
                  </a:lnTo>
                  <a:lnTo>
                    <a:pt x="12" y="86"/>
                  </a:lnTo>
                  <a:lnTo>
                    <a:pt x="23" y="71"/>
                  </a:lnTo>
                  <a:lnTo>
                    <a:pt x="36" y="56"/>
                  </a:lnTo>
                  <a:lnTo>
                    <a:pt x="53" y="41"/>
                  </a:lnTo>
                  <a:lnTo>
                    <a:pt x="75" y="28"/>
                  </a:lnTo>
                  <a:lnTo>
                    <a:pt x="100" y="17"/>
                  </a:lnTo>
                  <a:lnTo>
                    <a:pt x="129" y="8"/>
                  </a:lnTo>
                  <a:lnTo>
                    <a:pt x="164" y="1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70"/>
            <p:cNvSpPr>
              <a:spLocks/>
            </p:cNvSpPr>
            <p:nvPr/>
          </p:nvSpPr>
          <p:spPr bwMode="auto">
            <a:xfrm>
              <a:off x="1335" y="1625"/>
              <a:ext cx="79" cy="87"/>
            </a:xfrm>
            <a:custGeom>
              <a:avLst/>
              <a:gdLst>
                <a:gd name="T0" fmla="*/ 119 w 238"/>
                <a:gd name="T1" fmla="*/ 0 h 259"/>
                <a:gd name="T2" fmla="*/ 146 w 238"/>
                <a:gd name="T3" fmla="*/ 4 h 259"/>
                <a:gd name="T4" fmla="*/ 171 w 238"/>
                <a:gd name="T5" fmla="*/ 13 h 259"/>
                <a:gd name="T6" fmla="*/ 194 w 238"/>
                <a:gd name="T7" fmla="*/ 28 h 259"/>
                <a:gd name="T8" fmla="*/ 212 w 238"/>
                <a:gd name="T9" fmla="*/ 48 h 259"/>
                <a:gd name="T10" fmla="*/ 226 w 238"/>
                <a:gd name="T11" fmla="*/ 72 h 259"/>
                <a:gd name="T12" fmla="*/ 235 w 238"/>
                <a:gd name="T13" fmla="*/ 100 h 259"/>
                <a:gd name="T14" fmla="*/ 238 w 238"/>
                <a:gd name="T15" fmla="*/ 129 h 259"/>
                <a:gd name="T16" fmla="*/ 235 w 238"/>
                <a:gd name="T17" fmla="*/ 159 h 259"/>
                <a:gd name="T18" fmla="*/ 226 w 238"/>
                <a:gd name="T19" fmla="*/ 187 h 259"/>
                <a:gd name="T20" fmla="*/ 212 w 238"/>
                <a:gd name="T21" fmla="*/ 211 h 259"/>
                <a:gd name="T22" fmla="*/ 194 w 238"/>
                <a:gd name="T23" fmla="*/ 230 h 259"/>
                <a:gd name="T24" fmla="*/ 171 w 238"/>
                <a:gd name="T25" fmla="*/ 247 h 259"/>
                <a:gd name="T26" fmla="*/ 146 w 238"/>
                <a:gd name="T27" fmla="*/ 256 h 259"/>
                <a:gd name="T28" fmla="*/ 119 w 238"/>
                <a:gd name="T29" fmla="*/ 259 h 259"/>
                <a:gd name="T30" fmla="*/ 92 w 238"/>
                <a:gd name="T31" fmla="*/ 256 h 259"/>
                <a:gd name="T32" fmla="*/ 68 w 238"/>
                <a:gd name="T33" fmla="*/ 247 h 259"/>
                <a:gd name="T34" fmla="*/ 45 w 238"/>
                <a:gd name="T35" fmla="*/ 230 h 259"/>
                <a:gd name="T36" fmla="*/ 27 w 238"/>
                <a:gd name="T37" fmla="*/ 211 h 259"/>
                <a:gd name="T38" fmla="*/ 13 w 238"/>
                <a:gd name="T39" fmla="*/ 187 h 259"/>
                <a:gd name="T40" fmla="*/ 4 w 238"/>
                <a:gd name="T41" fmla="*/ 159 h 259"/>
                <a:gd name="T42" fmla="*/ 0 w 238"/>
                <a:gd name="T43" fmla="*/ 129 h 259"/>
                <a:gd name="T44" fmla="*/ 4 w 238"/>
                <a:gd name="T45" fmla="*/ 100 h 259"/>
                <a:gd name="T46" fmla="*/ 13 w 238"/>
                <a:gd name="T47" fmla="*/ 72 h 259"/>
                <a:gd name="T48" fmla="*/ 27 w 238"/>
                <a:gd name="T49" fmla="*/ 48 h 259"/>
                <a:gd name="T50" fmla="*/ 45 w 238"/>
                <a:gd name="T51" fmla="*/ 28 h 259"/>
                <a:gd name="T52" fmla="*/ 68 w 238"/>
                <a:gd name="T53" fmla="*/ 13 h 259"/>
                <a:gd name="T54" fmla="*/ 92 w 238"/>
                <a:gd name="T55" fmla="*/ 4 h 259"/>
                <a:gd name="T56" fmla="*/ 119 w 238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" h="259">
                  <a:moveTo>
                    <a:pt x="119" y="0"/>
                  </a:moveTo>
                  <a:lnTo>
                    <a:pt x="146" y="4"/>
                  </a:lnTo>
                  <a:lnTo>
                    <a:pt x="171" y="13"/>
                  </a:lnTo>
                  <a:lnTo>
                    <a:pt x="194" y="28"/>
                  </a:lnTo>
                  <a:lnTo>
                    <a:pt x="212" y="48"/>
                  </a:lnTo>
                  <a:lnTo>
                    <a:pt x="226" y="72"/>
                  </a:lnTo>
                  <a:lnTo>
                    <a:pt x="235" y="100"/>
                  </a:lnTo>
                  <a:lnTo>
                    <a:pt x="238" y="129"/>
                  </a:lnTo>
                  <a:lnTo>
                    <a:pt x="235" y="159"/>
                  </a:lnTo>
                  <a:lnTo>
                    <a:pt x="226" y="187"/>
                  </a:lnTo>
                  <a:lnTo>
                    <a:pt x="212" y="211"/>
                  </a:lnTo>
                  <a:lnTo>
                    <a:pt x="194" y="230"/>
                  </a:lnTo>
                  <a:lnTo>
                    <a:pt x="171" y="247"/>
                  </a:lnTo>
                  <a:lnTo>
                    <a:pt x="146" y="256"/>
                  </a:lnTo>
                  <a:lnTo>
                    <a:pt x="119" y="259"/>
                  </a:lnTo>
                  <a:lnTo>
                    <a:pt x="92" y="256"/>
                  </a:lnTo>
                  <a:lnTo>
                    <a:pt x="68" y="247"/>
                  </a:lnTo>
                  <a:lnTo>
                    <a:pt x="45" y="230"/>
                  </a:lnTo>
                  <a:lnTo>
                    <a:pt x="27" y="211"/>
                  </a:lnTo>
                  <a:lnTo>
                    <a:pt x="13" y="187"/>
                  </a:lnTo>
                  <a:lnTo>
                    <a:pt x="4" y="159"/>
                  </a:lnTo>
                  <a:lnTo>
                    <a:pt x="0" y="129"/>
                  </a:lnTo>
                  <a:lnTo>
                    <a:pt x="4" y="100"/>
                  </a:lnTo>
                  <a:lnTo>
                    <a:pt x="13" y="72"/>
                  </a:lnTo>
                  <a:lnTo>
                    <a:pt x="27" y="48"/>
                  </a:lnTo>
                  <a:lnTo>
                    <a:pt x="45" y="28"/>
                  </a:lnTo>
                  <a:lnTo>
                    <a:pt x="68" y="13"/>
                  </a:lnTo>
                  <a:lnTo>
                    <a:pt x="9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71"/>
            <p:cNvSpPr>
              <a:spLocks/>
            </p:cNvSpPr>
            <p:nvPr/>
          </p:nvSpPr>
          <p:spPr bwMode="auto">
            <a:xfrm>
              <a:off x="134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49 w 71"/>
                <a:gd name="T3" fmla="*/ 2 h 71"/>
                <a:gd name="T4" fmla="*/ 61 w 71"/>
                <a:gd name="T5" fmla="*/ 10 h 71"/>
                <a:gd name="T6" fmla="*/ 68 w 71"/>
                <a:gd name="T7" fmla="*/ 21 h 71"/>
                <a:gd name="T8" fmla="*/ 71 w 71"/>
                <a:gd name="T9" fmla="*/ 35 h 71"/>
                <a:gd name="T10" fmla="*/ 68 w 71"/>
                <a:gd name="T11" fmla="*/ 48 h 71"/>
                <a:gd name="T12" fmla="*/ 61 w 71"/>
                <a:gd name="T13" fmla="*/ 60 h 71"/>
                <a:gd name="T14" fmla="*/ 49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49" y="2"/>
                  </a:lnTo>
                  <a:lnTo>
                    <a:pt x="61" y="10"/>
                  </a:lnTo>
                  <a:lnTo>
                    <a:pt x="68" y="21"/>
                  </a:lnTo>
                  <a:lnTo>
                    <a:pt x="71" y="35"/>
                  </a:lnTo>
                  <a:lnTo>
                    <a:pt x="68" y="48"/>
                  </a:lnTo>
                  <a:lnTo>
                    <a:pt x="61" y="60"/>
                  </a:lnTo>
                  <a:lnTo>
                    <a:pt x="49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72"/>
            <p:cNvSpPr>
              <a:spLocks/>
            </p:cNvSpPr>
            <p:nvPr/>
          </p:nvSpPr>
          <p:spPr bwMode="auto">
            <a:xfrm>
              <a:off x="1307" y="1510"/>
              <a:ext cx="129" cy="56"/>
            </a:xfrm>
            <a:custGeom>
              <a:avLst/>
              <a:gdLst>
                <a:gd name="T0" fmla="*/ 185 w 387"/>
                <a:gd name="T1" fmla="*/ 0 h 169"/>
                <a:gd name="T2" fmla="*/ 224 w 387"/>
                <a:gd name="T3" fmla="*/ 1 h 169"/>
                <a:gd name="T4" fmla="*/ 258 w 387"/>
                <a:gd name="T5" fmla="*/ 8 h 169"/>
                <a:gd name="T6" fmla="*/ 287 w 387"/>
                <a:gd name="T7" fmla="*/ 17 h 169"/>
                <a:gd name="T8" fmla="*/ 313 w 387"/>
                <a:gd name="T9" fmla="*/ 28 h 169"/>
                <a:gd name="T10" fmla="*/ 334 w 387"/>
                <a:gd name="T11" fmla="*/ 41 h 169"/>
                <a:gd name="T12" fmla="*/ 351 w 387"/>
                <a:gd name="T13" fmla="*/ 56 h 169"/>
                <a:gd name="T14" fmla="*/ 365 w 387"/>
                <a:gd name="T15" fmla="*/ 71 h 169"/>
                <a:gd name="T16" fmla="*/ 376 w 387"/>
                <a:gd name="T17" fmla="*/ 86 h 169"/>
                <a:gd name="T18" fmla="*/ 382 w 387"/>
                <a:gd name="T19" fmla="*/ 103 h 169"/>
                <a:gd name="T20" fmla="*/ 386 w 387"/>
                <a:gd name="T21" fmla="*/ 117 h 169"/>
                <a:gd name="T22" fmla="*/ 387 w 387"/>
                <a:gd name="T23" fmla="*/ 129 h 169"/>
                <a:gd name="T24" fmla="*/ 386 w 387"/>
                <a:gd name="T25" fmla="*/ 141 h 169"/>
                <a:gd name="T26" fmla="*/ 382 w 387"/>
                <a:gd name="T27" fmla="*/ 150 h 169"/>
                <a:gd name="T28" fmla="*/ 376 w 387"/>
                <a:gd name="T29" fmla="*/ 155 h 169"/>
                <a:gd name="T30" fmla="*/ 365 w 387"/>
                <a:gd name="T31" fmla="*/ 158 h 169"/>
                <a:gd name="T32" fmla="*/ 352 w 387"/>
                <a:gd name="T33" fmla="*/ 158 h 169"/>
                <a:gd name="T34" fmla="*/ 338 w 387"/>
                <a:gd name="T35" fmla="*/ 157 h 169"/>
                <a:gd name="T36" fmla="*/ 323 w 387"/>
                <a:gd name="T37" fmla="*/ 152 h 169"/>
                <a:gd name="T38" fmla="*/ 306 w 387"/>
                <a:gd name="T39" fmla="*/ 147 h 169"/>
                <a:gd name="T40" fmla="*/ 287 w 387"/>
                <a:gd name="T41" fmla="*/ 141 h 169"/>
                <a:gd name="T42" fmla="*/ 267 w 387"/>
                <a:gd name="T43" fmla="*/ 134 h 169"/>
                <a:gd name="T44" fmla="*/ 246 w 387"/>
                <a:gd name="T45" fmla="*/ 128 h 169"/>
                <a:gd name="T46" fmla="*/ 222 w 387"/>
                <a:gd name="T47" fmla="*/ 124 h 169"/>
                <a:gd name="T48" fmla="*/ 195 w 387"/>
                <a:gd name="T49" fmla="*/ 122 h 169"/>
                <a:gd name="T50" fmla="*/ 166 w 387"/>
                <a:gd name="T51" fmla="*/ 123 h 169"/>
                <a:gd name="T52" fmla="*/ 134 w 387"/>
                <a:gd name="T53" fmla="*/ 127 h 169"/>
                <a:gd name="T54" fmla="*/ 100 w 387"/>
                <a:gd name="T55" fmla="*/ 136 h 169"/>
                <a:gd name="T56" fmla="*/ 63 w 387"/>
                <a:gd name="T57" fmla="*/ 148 h 169"/>
                <a:gd name="T58" fmla="*/ 24 w 387"/>
                <a:gd name="T59" fmla="*/ 167 h 169"/>
                <a:gd name="T60" fmla="*/ 18 w 387"/>
                <a:gd name="T61" fmla="*/ 169 h 169"/>
                <a:gd name="T62" fmla="*/ 12 w 387"/>
                <a:gd name="T63" fmla="*/ 165 h 169"/>
                <a:gd name="T64" fmla="*/ 7 w 387"/>
                <a:gd name="T65" fmla="*/ 158 h 169"/>
                <a:gd name="T66" fmla="*/ 3 w 387"/>
                <a:gd name="T67" fmla="*/ 150 h 169"/>
                <a:gd name="T68" fmla="*/ 0 w 387"/>
                <a:gd name="T69" fmla="*/ 137 h 169"/>
                <a:gd name="T70" fmla="*/ 0 w 387"/>
                <a:gd name="T71" fmla="*/ 123 h 169"/>
                <a:gd name="T72" fmla="*/ 3 w 387"/>
                <a:gd name="T73" fmla="*/ 107 h 169"/>
                <a:gd name="T74" fmla="*/ 8 w 387"/>
                <a:gd name="T75" fmla="*/ 90 h 169"/>
                <a:gd name="T76" fmla="*/ 15 w 387"/>
                <a:gd name="T77" fmla="*/ 74 h 169"/>
                <a:gd name="T78" fmla="*/ 27 w 387"/>
                <a:gd name="T79" fmla="*/ 57 h 169"/>
                <a:gd name="T80" fmla="*/ 42 w 387"/>
                <a:gd name="T81" fmla="*/ 42 h 169"/>
                <a:gd name="T82" fmla="*/ 61 w 387"/>
                <a:gd name="T83" fmla="*/ 28 h 169"/>
                <a:gd name="T84" fmla="*/ 85 w 387"/>
                <a:gd name="T85" fmla="*/ 17 h 169"/>
                <a:gd name="T86" fmla="*/ 113 w 387"/>
                <a:gd name="T87" fmla="*/ 8 h 169"/>
                <a:gd name="T88" fmla="*/ 147 w 387"/>
                <a:gd name="T89" fmla="*/ 1 h 169"/>
                <a:gd name="T90" fmla="*/ 185 w 387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7" h="169">
                  <a:moveTo>
                    <a:pt x="185" y="0"/>
                  </a:moveTo>
                  <a:lnTo>
                    <a:pt x="224" y="1"/>
                  </a:lnTo>
                  <a:lnTo>
                    <a:pt x="258" y="8"/>
                  </a:lnTo>
                  <a:lnTo>
                    <a:pt x="287" y="17"/>
                  </a:lnTo>
                  <a:lnTo>
                    <a:pt x="313" y="28"/>
                  </a:lnTo>
                  <a:lnTo>
                    <a:pt x="334" y="41"/>
                  </a:lnTo>
                  <a:lnTo>
                    <a:pt x="351" y="56"/>
                  </a:lnTo>
                  <a:lnTo>
                    <a:pt x="365" y="71"/>
                  </a:lnTo>
                  <a:lnTo>
                    <a:pt x="376" y="86"/>
                  </a:lnTo>
                  <a:lnTo>
                    <a:pt x="382" y="103"/>
                  </a:lnTo>
                  <a:lnTo>
                    <a:pt x="386" y="117"/>
                  </a:lnTo>
                  <a:lnTo>
                    <a:pt x="387" y="129"/>
                  </a:lnTo>
                  <a:lnTo>
                    <a:pt x="386" y="141"/>
                  </a:lnTo>
                  <a:lnTo>
                    <a:pt x="382" y="150"/>
                  </a:lnTo>
                  <a:lnTo>
                    <a:pt x="376" y="155"/>
                  </a:lnTo>
                  <a:lnTo>
                    <a:pt x="365" y="158"/>
                  </a:lnTo>
                  <a:lnTo>
                    <a:pt x="352" y="158"/>
                  </a:lnTo>
                  <a:lnTo>
                    <a:pt x="338" y="157"/>
                  </a:lnTo>
                  <a:lnTo>
                    <a:pt x="323" y="152"/>
                  </a:lnTo>
                  <a:lnTo>
                    <a:pt x="306" y="147"/>
                  </a:lnTo>
                  <a:lnTo>
                    <a:pt x="287" y="141"/>
                  </a:lnTo>
                  <a:lnTo>
                    <a:pt x="267" y="134"/>
                  </a:lnTo>
                  <a:lnTo>
                    <a:pt x="246" y="128"/>
                  </a:lnTo>
                  <a:lnTo>
                    <a:pt x="222" y="124"/>
                  </a:lnTo>
                  <a:lnTo>
                    <a:pt x="195" y="122"/>
                  </a:lnTo>
                  <a:lnTo>
                    <a:pt x="166" y="123"/>
                  </a:lnTo>
                  <a:lnTo>
                    <a:pt x="134" y="127"/>
                  </a:lnTo>
                  <a:lnTo>
                    <a:pt x="100" y="136"/>
                  </a:lnTo>
                  <a:lnTo>
                    <a:pt x="63" y="148"/>
                  </a:lnTo>
                  <a:lnTo>
                    <a:pt x="24" y="167"/>
                  </a:lnTo>
                  <a:lnTo>
                    <a:pt x="18" y="169"/>
                  </a:lnTo>
                  <a:lnTo>
                    <a:pt x="12" y="165"/>
                  </a:lnTo>
                  <a:lnTo>
                    <a:pt x="7" y="158"/>
                  </a:lnTo>
                  <a:lnTo>
                    <a:pt x="3" y="150"/>
                  </a:lnTo>
                  <a:lnTo>
                    <a:pt x="0" y="137"/>
                  </a:lnTo>
                  <a:lnTo>
                    <a:pt x="0" y="123"/>
                  </a:lnTo>
                  <a:lnTo>
                    <a:pt x="3" y="107"/>
                  </a:lnTo>
                  <a:lnTo>
                    <a:pt x="8" y="90"/>
                  </a:lnTo>
                  <a:lnTo>
                    <a:pt x="15" y="74"/>
                  </a:lnTo>
                  <a:lnTo>
                    <a:pt x="27" y="57"/>
                  </a:lnTo>
                  <a:lnTo>
                    <a:pt x="42" y="42"/>
                  </a:lnTo>
                  <a:lnTo>
                    <a:pt x="61" y="28"/>
                  </a:lnTo>
                  <a:lnTo>
                    <a:pt x="85" y="17"/>
                  </a:lnTo>
                  <a:lnTo>
                    <a:pt x="113" y="8"/>
                  </a:lnTo>
                  <a:lnTo>
                    <a:pt x="147" y="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73"/>
            <p:cNvSpPr>
              <a:spLocks/>
            </p:cNvSpPr>
            <p:nvPr/>
          </p:nvSpPr>
          <p:spPr bwMode="auto">
            <a:xfrm>
              <a:off x="1129" y="1802"/>
              <a:ext cx="125" cy="45"/>
            </a:xfrm>
            <a:custGeom>
              <a:avLst/>
              <a:gdLst>
                <a:gd name="T0" fmla="*/ 6 w 375"/>
                <a:gd name="T1" fmla="*/ 0 h 135"/>
                <a:gd name="T2" fmla="*/ 15 w 375"/>
                <a:gd name="T3" fmla="*/ 2 h 135"/>
                <a:gd name="T4" fmla="*/ 27 w 375"/>
                <a:gd name="T5" fmla="*/ 6 h 135"/>
                <a:gd name="T6" fmla="*/ 41 w 375"/>
                <a:gd name="T7" fmla="*/ 14 h 135"/>
                <a:gd name="T8" fmla="*/ 58 w 375"/>
                <a:gd name="T9" fmla="*/ 23 h 135"/>
                <a:gd name="T10" fmla="*/ 80 w 375"/>
                <a:gd name="T11" fmla="*/ 33 h 135"/>
                <a:gd name="T12" fmla="*/ 103 w 375"/>
                <a:gd name="T13" fmla="*/ 42 h 135"/>
                <a:gd name="T14" fmla="*/ 128 w 375"/>
                <a:gd name="T15" fmla="*/ 49 h 135"/>
                <a:gd name="T16" fmla="*/ 157 w 375"/>
                <a:gd name="T17" fmla="*/ 56 h 135"/>
                <a:gd name="T18" fmla="*/ 187 w 375"/>
                <a:gd name="T19" fmla="*/ 57 h 135"/>
                <a:gd name="T20" fmla="*/ 218 w 375"/>
                <a:gd name="T21" fmla="*/ 56 h 135"/>
                <a:gd name="T22" fmla="*/ 247 w 375"/>
                <a:gd name="T23" fmla="*/ 49 h 135"/>
                <a:gd name="T24" fmla="*/ 272 w 375"/>
                <a:gd name="T25" fmla="*/ 42 h 135"/>
                <a:gd name="T26" fmla="*/ 295 w 375"/>
                <a:gd name="T27" fmla="*/ 33 h 135"/>
                <a:gd name="T28" fmla="*/ 316 w 375"/>
                <a:gd name="T29" fmla="*/ 23 h 135"/>
                <a:gd name="T30" fmla="*/ 333 w 375"/>
                <a:gd name="T31" fmla="*/ 14 h 135"/>
                <a:gd name="T32" fmla="*/ 348 w 375"/>
                <a:gd name="T33" fmla="*/ 6 h 135"/>
                <a:gd name="T34" fmla="*/ 360 w 375"/>
                <a:gd name="T35" fmla="*/ 2 h 135"/>
                <a:gd name="T36" fmla="*/ 368 w 375"/>
                <a:gd name="T37" fmla="*/ 0 h 135"/>
                <a:gd name="T38" fmla="*/ 373 w 375"/>
                <a:gd name="T39" fmla="*/ 4 h 135"/>
                <a:gd name="T40" fmla="*/ 375 w 375"/>
                <a:gd name="T41" fmla="*/ 13 h 135"/>
                <a:gd name="T42" fmla="*/ 375 w 375"/>
                <a:gd name="T43" fmla="*/ 24 h 135"/>
                <a:gd name="T44" fmla="*/ 371 w 375"/>
                <a:gd name="T45" fmla="*/ 38 h 135"/>
                <a:gd name="T46" fmla="*/ 366 w 375"/>
                <a:gd name="T47" fmla="*/ 53 h 135"/>
                <a:gd name="T48" fmla="*/ 357 w 375"/>
                <a:gd name="T49" fmla="*/ 67 h 135"/>
                <a:gd name="T50" fmla="*/ 346 w 375"/>
                <a:gd name="T51" fmla="*/ 82 h 135"/>
                <a:gd name="T52" fmla="*/ 330 w 375"/>
                <a:gd name="T53" fmla="*/ 96 h 135"/>
                <a:gd name="T54" fmla="*/ 311 w 375"/>
                <a:gd name="T55" fmla="*/ 109 h 135"/>
                <a:gd name="T56" fmla="*/ 289 w 375"/>
                <a:gd name="T57" fmla="*/ 119 h 135"/>
                <a:gd name="T58" fmla="*/ 260 w 375"/>
                <a:gd name="T59" fmla="*/ 128 h 135"/>
                <a:gd name="T60" fmla="*/ 227 w 375"/>
                <a:gd name="T61" fmla="*/ 133 h 135"/>
                <a:gd name="T62" fmla="*/ 187 w 375"/>
                <a:gd name="T63" fmla="*/ 135 h 135"/>
                <a:gd name="T64" fmla="*/ 148 w 375"/>
                <a:gd name="T65" fmla="*/ 133 h 135"/>
                <a:gd name="T66" fmla="*/ 115 w 375"/>
                <a:gd name="T67" fmla="*/ 128 h 135"/>
                <a:gd name="T68" fmla="*/ 86 w 375"/>
                <a:gd name="T69" fmla="*/ 119 h 135"/>
                <a:gd name="T70" fmla="*/ 63 w 375"/>
                <a:gd name="T71" fmla="*/ 109 h 135"/>
                <a:gd name="T72" fmla="*/ 44 w 375"/>
                <a:gd name="T73" fmla="*/ 96 h 135"/>
                <a:gd name="T74" fmla="*/ 29 w 375"/>
                <a:gd name="T75" fmla="*/ 82 h 135"/>
                <a:gd name="T76" fmla="*/ 18 w 375"/>
                <a:gd name="T77" fmla="*/ 67 h 135"/>
                <a:gd name="T78" fmla="*/ 9 w 375"/>
                <a:gd name="T79" fmla="*/ 53 h 135"/>
                <a:gd name="T80" fmla="*/ 4 w 375"/>
                <a:gd name="T81" fmla="*/ 38 h 135"/>
                <a:gd name="T82" fmla="*/ 0 w 375"/>
                <a:gd name="T83" fmla="*/ 24 h 135"/>
                <a:gd name="T84" fmla="*/ 0 w 375"/>
                <a:gd name="T85" fmla="*/ 13 h 135"/>
                <a:gd name="T86" fmla="*/ 1 w 375"/>
                <a:gd name="T87" fmla="*/ 4 h 135"/>
                <a:gd name="T88" fmla="*/ 6 w 375"/>
                <a:gd name="T8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5" h="135">
                  <a:moveTo>
                    <a:pt x="6" y="0"/>
                  </a:moveTo>
                  <a:lnTo>
                    <a:pt x="15" y="2"/>
                  </a:lnTo>
                  <a:lnTo>
                    <a:pt x="27" y="6"/>
                  </a:lnTo>
                  <a:lnTo>
                    <a:pt x="41" y="14"/>
                  </a:lnTo>
                  <a:lnTo>
                    <a:pt x="58" y="23"/>
                  </a:lnTo>
                  <a:lnTo>
                    <a:pt x="80" y="33"/>
                  </a:lnTo>
                  <a:lnTo>
                    <a:pt x="103" y="42"/>
                  </a:lnTo>
                  <a:lnTo>
                    <a:pt x="128" y="49"/>
                  </a:lnTo>
                  <a:lnTo>
                    <a:pt x="157" y="56"/>
                  </a:lnTo>
                  <a:lnTo>
                    <a:pt x="187" y="57"/>
                  </a:lnTo>
                  <a:lnTo>
                    <a:pt x="218" y="56"/>
                  </a:lnTo>
                  <a:lnTo>
                    <a:pt x="247" y="49"/>
                  </a:lnTo>
                  <a:lnTo>
                    <a:pt x="272" y="42"/>
                  </a:lnTo>
                  <a:lnTo>
                    <a:pt x="295" y="33"/>
                  </a:lnTo>
                  <a:lnTo>
                    <a:pt x="316" y="23"/>
                  </a:lnTo>
                  <a:lnTo>
                    <a:pt x="333" y="14"/>
                  </a:lnTo>
                  <a:lnTo>
                    <a:pt x="348" y="6"/>
                  </a:lnTo>
                  <a:lnTo>
                    <a:pt x="360" y="2"/>
                  </a:lnTo>
                  <a:lnTo>
                    <a:pt x="368" y="0"/>
                  </a:lnTo>
                  <a:lnTo>
                    <a:pt x="373" y="4"/>
                  </a:lnTo>
                  <a:lnTo>
                    <a:pt x="375" y="13"/>
                  </a:lnTo>
                  <a:lnTo>
                    <a:pt x="375" y="24"/>
                  </a:lnTo>
                  <a:lnTo>
                    <a:pt x="371" y="38"/>
                  </a:lnTo>
                  <a:lnTo>
                    <a:pt x="366" y="53"/>
                  </a:lnTo>
                  <a:lnTo>
                    <a:pt x="357" y="67"/>
                  </a:lnTo>
                  <a:lnTo>
                    <a:pt x="346" y="82"/>
                  </a:lnTo>
                  <a:lnTo>
                    <a:pt x="330" y="96"/>
                  </a:lnTo>
                  <a:lnTo>
                    <a:pt x="311" y="109"/>
                  </a:lnTo>
                  <a:lnTo>
                    <a:pt x="289" y="119"/>
                  </a:lnTo>
                  <a:lnTo>
                    <a:pt x="260" y="128"/>
                  </a:lnTo>
                  <a:lnTo>
                    <a:pt x="227" y="133"/>
                  </a:lnTo>
                  <a:lnTo>
                    <a:pt x="187" y="135"/>
                  </a:lnTo>
                  <a:lnTo>
                    <a:pt x="148" y="133"/>
                  </a:lnTo>
                  <a:lnTo>
                    <a:pt x="115" y="128"/>
                  </a:lnTo>
                  <a:lnTo>
                    <a:pt x="86" y="119"/>
                  </a:lnTo>
                  <a:lnTo>
                    <a:pt x="63" y="109"/>
                  </a:lnTo>
                  <a:lnTo>
                    <a:pt x="44" y="96"/>
                  </a:lnTo>
                  <a:lnTo>
                    <a:pt x="29" y="82"/>
                  </a:lnTo>
                  <a:lnTo>
                    <a:pt x="18" y="67"/>
                  </a:lnTo>
                  <a:lnTo>
                    <a:pt x="9" y="53"/>
                  </a:lnTo>
                  <a:lnTo>
                    <a:pt x="4" y="38"/>
                  </a:lnTo>
                  <a:lnTo>
                    <a:pt x="0" y="24"/>
                  </a:lnTo>
                  <a:lnTo>
                    <a:pt x="0" y="13"/>
                  </a:lnTo>
                  <a:lnTo>
                    <a:pt x="1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74"/>
            <p:cNvSpPr>
              <a:spLocks/>
            </p:cNvSpPr>
            <p:nvPr/>
          </p:nvSpPr>
          <p:spPr bwMode="auto">
            <a:xfrm>
              <a:off x="1170" y="1944"/>
              <a:ext cx="43" cy="15"/>
            </a:xfrm>
            <a:custGeom>
              <a:avLst/>
              <a:gdLst>
                <a:gd name="T0" fmla="*/ 128 w 129"/>
                <a:gd name="T1" fmla="*/ 0 h 47"/>
                <a:gd name="T2" fmla="*/ 129 w 129"/>
                <a:gd name="T3" fmla="*/ 4 h 47"/>
                <a:gd name="T4" fmla="*/ 129 w 129"/>
                <a:gd name="T5" fmla="*/ 12 h 47"/>
                <a:gd name="T6" fmla="*/ 125 w 129"/>
                <a:gd name="T7" fmla="*/ 19 h 47"/>
                <a:gd name="T8" fmla="*/ 120 w 129"/>
                <a:gd name="T9" fmla="*/ 28 h 47"/>
                <a:gd name="T10" fmla="*/ 112 w 129"/>
                <a:gd name="T11" fmla="*/ 35 h 47"/>
                <a:gd name="T12" fmla="*/ 101 w 129"/>
                <a:gd name="T13" fmla="*/ 41 h 47"/>
                <a:gd name="T14" fmla="*/ 85 w 129"/>
                <a:gd name="T15" fmla="*/ 46 h 47"/>
                <a:gd name="T16" fmla="*/ 64 w 129"/>
                <a:gd name="T17" fmla="*/ 47 h 47"/>
                <a:gd name="T18" fmla="*/ 44 w 129"/>
                <a:gd name="T19" fmla="*/ 46 h 47"/>
                <a:gd name="T20" fmla="*/ 28 w 129"/>
                <a:gd name="T21" fmla="*/ 41 h 47"/>
                <a:gd name="T22" fmla="*/ 16 w 129"/>
                <a:gd name="T23" fmla="*/ 35 h 47"/>
                <a:gd name="T24" fmla="*/ 9 w 129"/>
                <a:gd name="T25" fmla="*/ 28 h 47"/>
                <a:gd name="T26" fmla="*/ 4 w 129"/>
                <a:gd name="T27" fmla="*/ 19 h 47"/>
                <a:gd name="T28" fmla="*/ 0 w 129"/>
                <a:gd name="T29" fmla="*/ 12 h 47"/>
                <a:gd name="T30" fmla="*/ 0 w 129"/>
                <a:gd name="T31" fmla="*/ 4 h 47"/>
                <a:gd name="T32" fmla="*/ 1 w 129"/>
                <a:gd name="T33" fmla="*/ 0 h 47"/>
                <a:gd name="T34" fmla="*/ 5 w 129"/>
                <a:gd name="T35" fmla="*/ 2 h 47"/>
                <a:gd name="T36" fmla="*/ 13 w 129"/>
                <a:gd name="T37" fmla="*/ 4 h 47"/>
                <a:gd name="T38" fmla="*/ 21 w 129"/>
                <a:gd name="T39" fmla="*/ 9 h 47"/>
                <a:gd name="T40" fmla="*/ 34 w 129"/>
                <a:gd name="T41" fmla="*/ 14 h 47"/>
                <a:gd name="T42" fmla="*/ 48 w 129"/>
                <a:gd name="T43" fmla="*/ 18 h 47"/>
                <a:gd name="T44" fmla="*/ 64 w 129"/>
                <a:gd name="T45" fmla="*/ 21 h 47"/>
                <a:gd name="T46" fmla="*/ 81 w 129"/>
                <a:gd name="T47" fmla="*/ 18 h 47"/>
                <a:gd name="T48" fmla="*/ 95 w 129"/>
                <a:gd name="T49" fmla="*/ 14 h 47"/>
                <a:gd name="T50" fmla="*/ 107 w 129"/>
                <a:gd name="T51" fmla="*/ 9 h 47"/>
                <a:gd name="T52" fmla="*/ 116 w 129"/>
                <a:gd name="T53" fmla="*/ 4 h 47"/>
                <a:gd name="T54" fmla="*/ 124 w 129"/>
                <a:gd name="T55" fmla="*/ 2 h 47"/>
                <a:gd name="T56" fmla="*/ 128 w 129"/>
                <a:gd name="T5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47">
                  <a:moveTo>
                    <a:pt x="128" y="0"/>
                  </a:moveTo>
                  <a:lnTo>
                    <a:pt x="129" y="4"/>
                  </a:lnTo>
                  <a:lnTo>
                    <a:pt x="129" y="12"/>
                  </a:lnTo>
                  <a:lnTo>
                    <a:pt x="125" y="19"/>
                  </a:lnTo>
                  <a:lnTo>
                    <a:pt x="120" y="28"/>
                  </a:lnTo>
                  <a:lnTo>
                    <a:pt x="112" y="35"/>
                  </a:lnTo>
                  <a:lnTo>
                    <a:pt x="101" y="41"/>
                  </a:lnTo>
                  <a:lnTo>
                    <a:pt x="85" y="46"/>
                  </a:lnTo>
                  <a:lnTo>
                    <a:pt x="64" y="47"/>
                  </a:lnTo>
                  <a:lnTo>
                    <a:pt x="44" y="46"/>
                  </a:lnTo>
                  <a:lnTo>
                    <a:pt x="28" y="41"/>
                  </a:lnTo>
                  <a:lnTo>
                    <a:pt x="16" y="35"/>
                  </a:lnTo>
                  <a:lnTo>
                    <a:pt x="9" y="28"/>
                  </a:lnTo>
                  <a:lnTo>
                    <a:pt x="4" y="19"/>
                  </a:lnTo>
                  <a:lnTo>
                    <a:pt x="0" y="12"/>
                  </a:lnTo>
                  <a:lnTo>
                    <a:pt x="0" y="4"/>
                  </a:lnTo>
                  <a:lnTo>
                    <a:pt x="1" y="0"/>
                  </a:lnTo>
                  <a:lnTo>
                    <a:pt x="5" y="2"/>
                  </a:lnTo>
                  <a:lnTo>
                    <a:pt x="13" y="4"/>
                  </a:lnTo>
                  <a:lnTo>
                    <a:pt x="21" y="9"/>
                  </a:lnTo>
                  <a:lnTo>
                    <a:pt x="34" y="14"/>
                  </a:lnTo>
                  <a:lnTo>
                    <a:pt x="48" y="18"/>
                  </a:lnTo>
                  <a:lnTo>
                    <a:pt x="64" y="21"/>
                  </a:lnTo>
                  <a:lnTo>
                    <a:pt x="81" y="18"/>
                  </a:lnTo>
                  <a:lnTo>
                    <a:pt x="95" y="14"/>
                  </a:lnTo>
                  <a:lnTo>
                    <a:pt x="107" y="9"/>
                  </a:lnTo>
                  <a:lnTo>
                    <a:pt x="116" y="4"/>
                  </a:lnTo>
                  <a:lnTo>
                    <a:pt x="124" y="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75"/>
            <p:cNvSpPr>
              <a:spLocks/>
            </p:cNvSpPr>
            <p:nvPr/>
          </p:nvSpPr>
          <p:spPr bwMode="auto">
            <a:xfrm>
              <a:off x="1093" y="1895"/>
              <a:ext cx="198" cy="32"/>
            </a:xfrm>
            <a:custGeom>
              <a:avLst/>
              <a:gdLst>
                <a:gd name="T0" fmla="*/ 3 w 595"/>
                <a:gd name="T1" fmla="*/ 0 h 97"/>
                <a:gd name="T2" fmla="*/ 9 w 595"/>
                <a:gd name="T3" fmla="*/ 0 h 97"/>
                <a:gd name="T4" fmla="*/ 20 w 595"/>
                <a:gd name="T5" fmla="*/ 3 h 97"/>
                <a:gd name="T6" fmla="*/ 35 w 595"/>
                <a:gd name="T7" fmla="*/ 8 h 97"/>
                <a:gd name="T8" fmla="*/ 56 w 595"/>
                <a:gd name="T9" fmla="*/ 15 h 97"/>
                <a:gd name="T10" fmla="*/ 78 w 595"/>
                <a:gd name="T11" fmla="*/ 24 h 97"/>
                <a:gd name="T12" fmla="*/ 106 w 595"/>
                <a:gd name="T13" fmla="*/ 31 h 97"/>
                <a:gd name="T14" fmla="*/ 138 w 595"/>
                <a:gd name="T15" fmla="*/ 40 h 97"/>
                <a:gd name="T16" fmla="*/ 172 w 595"/>
                <a:gd name="T17" fmla="*/ 46 h 97"/>
                <a:gd name="T18" fmla="*/ 211 w 595"/>
                <a:gd name="T19" fmla="*/ 53 h 97"/>
                <a:gd name="T20" fmla="*/ 253 w 595"/>
                <a:gd name="T21" fmla="*/ 57 h 97"/>
                <a:gd name="T22" fmla="*/ 297 w 595"/>
                <a:gd name="T23" fmla="*/ 59 h 97"/>
                <a:gd name="T24" fmla="*/ 342 w 595"/>
                <a:gd name="T25" fmla="*/ 57 h 97"/>
                <a:gd name="T26" fmla="*/ 383 w 595"/>
                <a:gd name="T27" fmla="*/ 53 h 97"/>
                <a:gd name="T28" fmla="*/ 423 w 595"/>
                <a:gd name="T29" fmla="*/ 46 h 97"/>
                <a:gd name="T30" fmla="*/ 457 w 595"/>
                <a:gd name="T31" fmla="*/ 40 h 97"/>
                <a:gd name="T32" fmla="*/ 489 w 595"/>
                <a:gd name="T33" fmla="*/ 31 h 97"/>
                <a:gd name="T34" fmla="*/ 516 w 595"/>
                <a:gd name="T35" fmla="*/ 24 h 97"/>
                <a:gd name="T36" fmla="*/ 539 w 595"/>
                <a:gd name="T37" fmla="*/ 15 h 97"/>
                <a:gd name="T38" fmla="*/ 559 w 595"/>
                <a:gd name="T39" fmla="*/ 8 h 97"/>
                <a:gd name="T40" fmla="*/ 575 w 595"/>
                <a:gd name="T41" fmla="*/ 3 h 97"/>
                <a:gd name="T42" fmla="*/ 586 w 595"/>
                <a:gd name="T43" fmla="*/ 0 h 97"/>
                <a:gd name="T44" fmla="*/ 592 w 595"/>
                <a:gd name="T45" fmla="*/ 0 h 97"/>
                <a:gd name="T46" fmla="*/ 595 w 595"/>
                <a:gd name="T47" fmla="*/ 2 h 97"/>
                <a:gd name="T48" fmla="*/ 594 w 595"/>
                <a:gd name="T49" fmla="*/ 7 h 97"/>
                <a:gd name="T50" fmla="*/ 591 w 595"/>
                <a:gd name="T51" fmla="*/ 15 h 97"/>
                <a:gd name="T52" fmla="*/ 585 w 595"/>
                <a:gd name="T53" fmla="*/ 22 h 97"/>
                <a:gd name="T54" fmla="*/ 576 w 595"/>
                <a:gd name="T55" fmla="*/ 31 h 97"/>
                <a:gd name="T56" fmla="*/ 563 w 595"/>
                <a:gd name="T57" fmla="*/ 41 h 97"/>
                <a:gd name="T58" fmla="*/ 547 w 595"/>
                <a:gd name="T59" fmla="*/ 51 h 97"/>
                <a:gd name="T60" fmla="*/ 526 w 595"/>
                <a:gd name="T61" fmla="*/ 62 h 97"/>
                <a:gd name="T62" fmla="*/ 502 w 595"/>
                <a:gd name="T63" fmla="*/ 70 h 97"/>
                <a:gd name="T64" fmla="*/ 472 w 595"/>
                <a:gd name="T65" fmla="*/ 79 h 97"/>
                <a:gd name="T66" fmla="*/ 438 w 595"/>
                <a:gd name="T67" fmla="*/ 86 h 97"/>
                <a:gd name="T68" fmla="*/ 397 w 595"/>
                <a:gd name="T69" fmla="*/ 92 h 97"/>
                <a:gd name="T70" fmla="*/ 351 w 595"/>
                <a:gd name="T71" fmla="*/ 96 h 97"/>
                <a:gd name="T72" fmla="*/ 297 w 595"/>
                <a:gd name="T73" fmla="*/ 97 h 97"/>
                <a:gd name="T74" fmla="*/ 244 w 595"/>
                <a:gd name="T75" fmla="*/ 96 h 97"/>
                <a:gd name="T76" fmla="*/ 197 w 595"/>
                <a:gd name="T77" fmla="*/ 92 h 97"/>
                <a:gd name="T78" fmla="*/ 157 w 595"/>
                <a:gd name="T79" fmla="*/ 86 h 97"/>
                <a:gd name="T80" fmla="*/ 123 w 595"/>
                <a:gd name="T81" fmla="*/ 79 h 97"/>
                <a:gd name="T82" fmla="*/ 92 w 595"/>
                <a:gd name="T83" fmla="*/ 70 h 97"/>
                <a:gd name="T84" fmla="*/ 68 w 595"/>
                <a:gd name="T85" fmla="*/ 62 h 97"/>
                <a:gd name="T86" fmla="*/ 48 w 595"/>
                <a:gd name="T87" fmla="*/ 51 h 97"/>
                <a:gd name="T88" fmla="*/ 32 w 595"/>
                <a:gd name="T89" fmla="*/ 41 h 97"/>
                <a:gd name="T90" fmla="*/ 19 w 595"/>
                <a:gd name="T91" fmla="*/ 31 h 97"/>
                <a:gd name="T92" fmla="*/ 10 w 595"/>
                <a:gd name="T93" fmla="*/ 22 h 97"/>
                <a:gd name="T94" fmla="*/ 4 w 595"/>
                <a:gd name="T95" fmla="*/ 15 h 97"/>
                <a:gd name="T96" fmla="*/ 1 w 595"/>
                <a:gd name="T97" fmla="*/ 7 h 97"/>
                <a:gd name="T98" fmla="*/ 0 w 595"/>
                <a:gd name="T99" fmla="*/ 2 h 97"/>
                <a:gd name="T100" fmla="*/ 3 w 595"/>
                <a:gd name="T101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5" h="97">
                  <a:moveTo>
                    <a:pt x="3" y="0"/>
                  </a:moveTo>
                  <a:lnTo>
                    <a:pt x="9" y="0"/>
                  </a:lnTo>
                  <a:lnTo>
                    <a:pt x="20" y="3"/>
                  </a:lnTo>
                  <a:lnTo>
                    <a:pt x="35" y="8"/>
                  </a:lnTo>
                  <a:lnTo>
                    <a:pt x="56" y="15"/>
                  </a:lnTo>
                  <a:lnTo>
                    <a:pt x="78" y="24"/>
                  </a:lnTo>
                  <a:lnTo>
                    <a:pt x="106" y="31"/>
                  </a:lnTo>
                  <a:lnTo>
                    <a:pt x="138" y="40"/>
                  </a:lnTo>
                  <a:lnTo>
                    <a:pt x="172" y="46"/>
                  </a:lnTo>
                  <a:lnTo>
                    <a:pt x="211" y="53"/>
                  </a:lnTo>
                  <a:lnTo>
                    <a:pt x="253" y="57"/>
                  </a:lnTo>
                  <a:lnTo>
                    <a:pt x="297" y="59"/>
                  </a:lnTo>
                  <a:lnTo>
                    <a:pt x="342" y="57"/>
                  </a:lnTo>
                  <a:lnTo>
                    <a:pt x="383" y="53"/>
                  </a:lnTo>
                  <a:lnTo>
                    <a:pt x="423" y="46"/>
                  </a:lnTo>
                  <a:lnTo>
                    <a:pt x="457" y="40"/>
                  </a:lnTo>
                  <a:lnTo>
                    <a:pt x="489" y="31"/>
                  </a:lnTo>
                  <a:lnTo>
                    <a:pt x="516" y="24"/>
                  </a:lnTo>
                  <a:lnTo>
                    <a:pt x="539" y="15"/>
                  </a:lnTo>
                  <a:lnTo>
                    <a:pt x="559" y="8"/>
                  </a:lnTo>
                  <a:lnTo>
                    <a:pt x="575" y="3"/>
                  </a:lnTo>
                  <a:lnTo>
                    <a:pt x="586" y="0"/>
                  </a:lnTo>
                  <a:lnTo>
                    <a:pt x="592" y="0"/>
                  </a:lnTo>
                  <a:lnTo>
                    <a:pt x="595" y="2"/>
                  </a:lnTo>
                  <a:lnTo>
                    <a:pt x="594" y="7"/>
                  </a:lnTo>
                  <a:lnTo>
                    <a:pt x="591" y="15"/>
                  </a:lnTo>
                  <a:lnTo>
                    <a:pt x="585" y="22"/>
                  </a:lnTo>
                  <a:lnTo>
                    <a:pt x="576" y="31"/>
                  </a:lnTo>
                  <a:lnTo>
                    <a:pt x="563" y="41"/>
                  </a:lnTo>
                  <a:lnTo>
                    <a:pt x="547" y="51"/>
                  </a:lnTo>
                  <a:lnTo>
                    <a:pt x="526" y="62"/>
                  </a:lnTo>
                  <a:lnTo>
                    <a:pt x="502" y="70"/>
                  </a:lnTo>
                  <a:lnTo>
                    <a:pt x="472" y="79"/>
                  </a:lnTo>
                  <a:lnTo>
                    <a:pt x="438" y="86"/>
                  </a:lnTo>
                  <a:lnTo>
                    <a:pt x="397" y="92"/>
                  </a:lnTo>
                  <a:lnTo>
                    <a:pt x="351" y="96"/>
                  </a:lnTo>
                  <a:lnTo>
                    <a:pt x="297" y="97"/>
                  </a:lnTo>
                  <a:lnTo>
                    <a:pt x="244" y="96"/>
                  </a:lnTo>
                  <a:lnTo>
                    <a:pt x="197" y="92"/>
                  </a:lnTo>
                  <a:lnTo>
                    <a:pt x="157" y="86"/>
                  </a:lnTo>
                  <a:lnTo>
                    <a:pt x="123" y="79"/>
                  </a:lnTo>
                  <a:lnTo>
                    <a:pt x="92" y="70"/>
                  </a:lnTo>
                  <a:lnTo>
                    <a:pt x="68" y="62"/>
                  </a:lnTo>
                  <a:lnTo>
                    <a:pt x="48" y="51"/>
                  </a:lnTo>
                  <a:lnTo>
                    <a:pt x="32" y="41"/>
                  </a:lnTo>
                  <a:lnTo>
                    <a:pt x="19" y="31"/>
                  </a:lnTo>
                  <a:lnTo>
                    <a:pt x="10" y="22"/>
                  </a:lnTo>
                  <a:lnTo>
                    <a:pt x="4" y="15"/>
                  </a:lnTo>
                  <a:lnTo>
                    <a:pt x="1" y="7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794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76"/>
            <p:cNvSpPr>
              <a:spLocks/>
            </p:cNvSpPr>
            <p:nvPr/>
          </p:nvSpPr>
          <p:spPr bwMode="auto">
            <a:xfrm>
              <a:off x="734" y="2105"/>
              <a:ext cx="458" cy="237"/>
            </a:xfrm>
            <a:custGeom>
              <a:avLst/>
              <a:gdLst>
                <a:gd name="T0" fmla="*/ 1372 w 1372"/>
                <a:gd name="T1" fmla="*/ 0 h 711"/>
                <a:gd name="T2" fmla="*/ 1372 w 1372"/>
                <a:gd name="T3" fmla="*/ 711 h 711"/>
                <a:gd name="T4" fmla="*/ 0 w 1372"/>
                <a:gd name="T5" fmla="*/ 711 h 711"/>
                <a:gd name="T6" fmla="*/ 4 w 1372"/>
                <a:gd name="T7" fmla="*/ 673 h 711"/>
                <a:gd name="T8" fmla="*/ 17 w 1372"/>
                <a:gd name="T9" fmla="*/ 634 h 711"/>
                <a:gd name="T10" fmla="*/ 36 w 1372"/>
                <a:gd name="T11" fmla="*/ 593 h 711"/>
                <a:gd name="T12" fmla="*/ 62 w 1372"/>
                <a:gd name="T13" fmla="*/ 552 h 711"/>
                <a:gd name="T14" fmla="*/ 95 w 1372"/>
                <a:gd name="T15" fmla="*/ 510 h 711"/>
                <a:gd name="T16" fmla="*/ 135 w 1372"/>
                <a:gd name="T17" fmla="*/ 468 h 711"/>
                <a:gd name="T18" fmla="*/ 179 w 1372"/>
                <a:gd name="T19" fmla="*/ 426 h 711"/>
                <a:gd name="T20" fmla="*/ 230 w 1372"/>
                <a:gd name="T21" fmla="*/ 384 h 711"/>
                <a:gd name="T22" fmla="*/ 285 w 1372"/>
                <a:gd name="T23" fmla="*/ 344 h 711"/>
                <a:gd name="T24" fmla="*/ 345 w 1372"/>
                <a:gd name="T25" fmla="*/ 305 h 711"/>
                <a:gd name="T26" fmla="*/ 409 w 1372"/>
                <a:gd name="T27" fmla="*/ 267 h 711"/>
                <a:gd name="T28" fmla="*/ 478 w 1372"/>
                <a:gd name="T29" fmla="*/ 229 h 711"/>
                <a:gd name="T30" fmla="*/ 550 w 1372"/>
                <a:gd name="T31" fmla="*/ 193 h 711"/>
                <a:gd name="T32" fmla="*/ 624 w 1372"/>
                <a:gd name="T33" fmla="*/ 160 h 711"/>
                <a:gd name="T34" fmla="*/ 702 w 1372"/>
                <a:gd name="T35" fmla="*/ 130 h 711"/>
                <a:gd name="T36" fmla="*/ 781 w 1372"/>
                <a:gd name="T37" fmla="*/ 102 h 711"/>
                <a:gd name="T38" fmla="*/ 864 w 1372"/>
                <a:gd name="T39" fmla="*/ 77 h 711"/>
                <a:gd name="T40" fmla="*/ 947 w 1372"/>
                <a:gd name="T41" fmla="*/ 54 h 711"/>
                <a:gd name="T42" fmla="*/ 1031 w 1372"/>
                <a:gd name="T43" fmla="*/ 35 h 711"/>
                <a:gd name="T44" fmla="*/ 1117 w 1372"/>
                <a:gd name="T45" fmla="*/ 20 h 711"/>
                <a:gd name="T46" fmla="*/ 1202 w 1372"/>
                <a:gd name="T47" fmla="*/ 9 h 711"/>
                <a:gd name="T48" fmla="*/ 1288 w 1372"/>
                <a:gd name="T49" fmla="*/ 2 h 711"/>
                <a:gd name="T50" fmla="*/ 1372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1372" y="0"/>
                  </a:moveTo>
                  <a:lnTo>
                    <a:pt x="1372" y="711"/>
                  </a:lnTo>
                  <a:lnTo>
                    <a:pt x="0" y="711"/>
                  </a:lnTo>
                  <a:lnTo>
                    <a:pt x="4" y="673"/>
                  </a:lnTo>
                  <a:lnTo>
                    <a:pt x="17" y="634"/>
                  </a:lnTo>
                  <a:lnTo>
                    <a:pt x="36" y="593"/>
                  </a:lnTo>
                  <a:lnTo>
                    <a:pt x="62" y="552"/>
                  </a:lnTo>
                  <a:lnTo>
                    <a:pt x="95" y="510"/>
                  </a:lnTo>
                  <a:lnTo>
                    <a:pt x="135" y="468"/>
                  </a:lnTo>
                  <a:lnTo>
                    <a:pt x="179" y="426"/>
                  </a:lnTo>
                  <a:lnTo>
                    <a:pt x="230" y="384"/>
                  </a:lnTo>
                  <a:lnTo>
                    <a:pt x="285" y="344"/>
                  </a:lnTo>
                  <a:lnTo>
                    <a:pt x="345" y="305"/>
                  </a:lnTo>
                  <a:lnTo>
                    <a:pt x="409" y="267"/>
                  </a:lnTo>
                  <a:lnTo>
                    <a:pt x="478" y="229"/>
                  </a:lnTo>
                  <a:lnTo>
                    <a:pt x="550" y="193"/>
                  </a:lnTo>
                  <a:lnTo>
                    <a:pt x="624" y="160"/>
                  </a:lnTo>
                  <a:lnTo>
                    <a:pt x="702" y="130"/>
                  </a:lnTo>
                  <a:lnTo>
                    <a:pt x="781" y="102"/>
                  </a:lnTo>
                  <a:lnTo>
                    <a:pt x="864" y="77"/>
                  </a:lnTo>
                  <a:lnTo>
                    <a:pt x="947" y="54"/>
                  </a:lnTo>
                  <a:lnTo>
                    <a:pt x="1031" y="35"/>
                  </a:lnTo>
                  <a:lnTo>
                    <a:pt x="1117" y="20"/>
                  </a:lnTo>
                  <a:lnTo>
                    <a:pt x="1202" y="9"/>
                  </a:lnTo>
                  <a:lnTo>
                    <a:pt x="1288" y="2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77"/>
            <p:cNvSpPr>
              <a:spLocks/>
            </p:cNvSpPr>
            <p:nvPr/>
          </p:nvSpPr>
          <p:spPr bwMode="auto">
            <a:xfrm>
              <a:off x="1192" y="2105"/>
              <a:ext cx="457" cy="237"/>
            </a:xfrm>
            <a:custGeom>
              <a:avLst/>
              <a:gdLst>
                <a:gd name="T0" fmla="*/ 0 w 1372"/>
                <a:gd name="T1" fmla="*/ 0 h 711"/>
                <a:gd name="T2" fmla="*/ 85 w 1372"/>
                <a:gd name="T3" fmla="*/ 2 h 711"/>
                <a:gd name="T4" fmla="*/ 171 w 1372"/>
                <a:gd name="T5" fmla="*/ 9 h 711"/>
                <a:gd name="T6" fmla="*/ 256 w 1372"/>
                <a:gd name="T7" fmla="*/ 20 h 711"/>
                <a:gd name="T8" fmla="*/ 342 w 1372"/>
                <a:gd name="T9" fmla="*/ 35 h 711"/>
                <a:gd name="T10" fmla="*/ 426 w 1372"/>
                <a:gd name="T11" fmla="*/ 54 h 711"/>
                <a:gd name="T12" fmla="*/ 509 w 1372"/>
                <a:gd name="T13" fmla="*/ 77 h 711"/>
                <a:gd name="T14" fmla="*/ 591 w 1372"/>
                <a:gd name="T15" fmla="*/ 102 h 711"/>
                <a:gd name="T16" fmla="*/ 671 w 1372"/>
                <a:gd name="T17" fmla="*/ 130 h 711"/>
                <a:gd name="T18" fmla="*/ 748 w 1372"/>
                <a:gd name="T19" fmla="*/ 160 h 711"/>
                <a:gd name="T20" fmla="*/ 823 w 1372"/>
                <a:gd name="T21" fmla="*/ 193 h 711"/>
                <a:gd name="T22" fmla="*/ 895 w 1372"/>
                <a:gd name="T23" fmla="*/ 229 h 711"/>
                <a:gd name="T24" fmla="*/ 964 w 1372"/>
                <a:gd name="T25" fmla="*/ 267 h 711"/>
                <a:gd name="T26" fmla="*/ 1028 w 1372"/>
                <a:gd name="T27" fmla="*/ 305 h 711"/>
                <a:gd name="T28" fmla="*/ 1088 w 1372"/>
                <a:gd name="T29" fmla="*/ 344 h 711"/>
                <a:gd name="T30" fmla="*/ 1143 w 1372"/>
                <a:gd name="T31" fmla="*/ 384 h 711"/>
                <a:gd name="T32" fmla="*/ 1194 w 1372"/>
                <a:gd name="T33" fmla="*/ 426 h 711"/>
                <a:gd name="T34" fmla="*/ 1238 w 1372"/>
                <a:gd name="T35" fmla="*/ 468 h 711"/>
                <a:gd name="T36" fmla="*/ 1277 w 1372"/>
                <a:gd name="T37" fmla="*/ 510 h 711"/>
                <a:gd name="T38" fmla="*/ 1310 w 1372"/>
                <a:gd name="T39" fmla="*/ 552 h 711"/>
                <a:gd name="T40" fmla="*/ 1337 w 1372"/>
                <a:gd name="T41" fmla="*/ 593 h 711"/>
                <a:gd name="T42" fmla="*/ 1356 w 1372"/>
                <a:gd name="T43" fmla="*/ 634 h 711"/>
                <a:gd name="T44" fmla="*/ 1367 w 1372"/>
                <a:gd name="T45" fmla="*/ 673 h 711"/>
                <a:gd name="T46" fmla="*/ 1372 w 1372"/>
                <a:gd name="T47" fmla="*/ 711 h 711"/>
                <a:gd name="T48" fmla="*/ 0 w 1372"/>
                <a:gd name="T49" fmla="*/ 711 h 711"/>
                <a:gd name="T50" fmla="*/ 0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0" y="0"/>
                  </a:moveTo>
                  <a:lnTo>
                    <a:pt x="85" y="2"/>
                  </a:lnTo>
                  <a:lnTo>
                    <a:pt x="171" y="9"/>
                  </a:lnTo>
                  <a:lnTo>
                    <a:pt x="256" y="20"/>
                  </a:lnTo>
                  <a:lnTo>
                    <a:pt x="342" y="35"/>
                  </a:lnTo>
                  <a:lnTo>
                    <a:pt x="426" y="54"/>
                  </a:lnTo>
                  <a:lnTo>
                    <a:pt x="509" y="77"/>
                  </a:lnTo>
                  <a:lnTo>
                    <a:pt x="591" y="102"/>
                  </a:lnTo>
                  <a:lnTo>
                    <a:pt x="671" y="130"/>
                  </a:lnTo>
                  <a:lnTo>
                    <a:pt x="748" y="160"/>
                  </a:lnTo>
                  <a:lnTo>
                    <a:pt x="823" y="193"/>
                  </a:lnTo>
                  <a:lnTo>
                    <a:pt x="895" y="229"/>
                  </a:lnTo>
                  <a:lnTo>
                    <a:pt x="964" y="267"/>
                  </a:lnTo>
                  <a:lnTo>
                    <a:pt x="1028" y="305"/>
                  </a:lnTo>
                  <a:lnTo>
                    <a:pt x="1088" y="344"/>
                  </a:lnTo>
                  <a:lnTo>
                    <a:pt x="1143" y="384"/>
                  </a:lnTo>
                  <a:lnTo>
                    <a:pt x="1194" y="426"/>
                  </a:lnTo>
                  <a:lnTo>
                    <a:pt x="1238" y="468"/>
                  </a:lnTo>
                  <a:lnTo>
                    <a:pt x="1277" y="510"/>
                  </a:lnTo>
                  <a:lnTo>
                    <a:pt x="1310" y="552"/>
                  </a:lnTo>
                  <a:lnTo>
                    <a:pt x="1337" y="593"/>
                  </a:lnTo>
                  <a:lnTo>
                    <a:pt x="1356" y="634"/>
                  </a:lnTo>
                  <a:lnTo>
                    <a:pt x="1367" y="673"/>
                  </a:lnTo>
                  <a:lnTo>
                    <a:pt x="1372" y="711"/>
                  </a:lnTo>
                  <a:lnTo>
                    <a:pt x="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78"/>
            <p:cNvSpPr>
              <a:spLocks/>
            </p:cNvSpPr>
            <p:nvPr/>
          </p:nvSpPr>
          <p:spPr bwMode="auto">
            <a:xfrm>
              <a:off x="648" y="958"/>
              <a:ext cx="1078" cy="947"/>
            </a:xfrm>
            <a:custGeom>
              <a:avLst/>
              <a:gdLst>
                <a:gd name="T0" fmla="*/ 1953 w 3235"/>
                <a:gd name="T1" fmla="*/ 64 h 2839"/>
                <a:gd name="T2" fmla="*/ 2411 w 3235"/>
                <a:gd name="T3" fmla="*/ 263 h 2839"/>
                <a:gd name="T4" fmla="*/ 2748 w 3235"/>
                <a:gd name="T5" fmla="*/ 522 h 2839"/>
                <a:gd name="T6" fmla="*/ 2921 w 3235"/>
                <a:gd name="T7" fmla="*/ 792 h 2839"/>
                <a:gd name="T8" fmla="*/ 3107 w 3235"/>
                <a:gd name="T9" fmla="*/ 1167 h 2839"/>
                <a:gd name="T10" fmla="*/ 3229 w 3235"/>
                <a:gd name="T11" fmla="*/ 1397 h 2839"/>
                <a:gd name="T12" fmla="*/ 3153 w 3235"/>
                <a:gd name="T13" fmla="*/ 1439 h 2839"/>
                <a:gd name="T14" fmla="*/ 3024 w 3235"/>
                <a:gd name="T15" fmla="*/ 1313 h 2839"/>
                <a:gd name="T16" fmla="*/ 3012 w 3235"/>
                <a:gd name="T17" fmla="*/ 1302 h 2839"/>
                <a:gd name="T18" fmla="*/ 3068 w 3235"/>
                <a:gd name="T19" fmla="*/ 1587 h 2839"/>
                <a:gd name="T20" fmla="*/ 3065 w 3235"/>
                <a:gd name="T21" fmla="*/ 2109 h 2839"/>
                <a:gd name="T22" fmla="*/ 2927 w 3235"/>
                <a:gd name="T23" fmla="*/ 2475 h 2839"/>
                <a:gd name="T24" fmla="*/ 2711 w 3235"/>
                <a:gd name="T25" fmla="*/ 2718 h 2839"/>
                <a:gd name="T26" fmla="*/ 2557 w 3235"/>
                <a:gd name="T27" fmla="*/ 2807 h 2839"/>
                <a:gd name="T28" fmla="*/ 2607 w 3235"/>
                <a:gd name="T29" fmla="*/ 2643 h 2839"/>
                <a:gd name="T30" fmla="*/ 2633 w 3235"/>
                <a:gd name="T31" fmla="*/ 2288 h 2839"/>
                <a:gd name="T32" fmla="*/ 2598 w 3235"/>
                <a:gd name="T33" fmla="*/ 2033 h 2839"/>
                <a:gd name="T34" fmla="*/ 2565 w 3235"/>
                <a:gd name="T35" fmla="*/ 2049 h 2839"/>
                <a:gd name="T36" fmla="*/ 2502 w 3235"/>
                <a:gd name="T37" fmla="*/ 2068 h 2839"/>
                <a:gd name="T38" fmla="*/ 2441 w 3235"/>
                <a:gd name="T39" fmla="*/ 1743 h 2839"/>
                <a:gd name="T40" fmla="*/ 2300 w 3235"/>
                <a:gd name="T41" fmla="*/ 1514 h 2839"/>
                <a:gd name="T42" fmla="*/ 2219 w 3235"/>
                <a:gd name="T43" fmla="*/ 1450 h 2839"/>
                <a:gd name="T44" fmla="*/ 2246 w 3235"/>
                <a:gd name="T45" fmla="*/ 1514 h 2839"/>
                <a:gd name="T46" fmla="*/ 2203 w 3235"/>
                <a:gd name="T47" fmla="*/ 1585 h 2839"/>
                <a:gd name="T48" fmla="*/ 1798 w 3235"/>
                <a:gd name="T49" fmla="*/ 1515 h 2839"/>
                <a:gd name="T50" fmla="*/ 1550 w 3235"/>
                <a:gd name="T51" fmla="*/ 1414 h 2839"/>
                <a:gd name="T52" fmla="*/ 1539 w 3235"/>
                <a:gd name="T53" fmla="*/ 1431 h 2839"/>
                <a:gd name="T54" fmla="*/ 1564 w 3235"/>
                <a:gd name="T55" fmla="*/ 1553 h 2839"/>
                <a:gd name="T56" fmla="*/ 1368 w 3235"/>
                <a:gd name="T57" fmla="*/ 1572 h 2839"/>
                <a:gd name="T58" fmla="*/ 1056 w 3235"/>
                <a:gd name="T59" fmla="*/ 1477 h 2839"/>
                <a:gd name="T60" fmla="*/ 900 w 3235"/>
                <a:gd name="T61" fmla="*/ 1401 h 2839"/>
                <a:gd name="T62" fmla="*/ 852 w 3235"/>
                <a:gd name="T63" fmla="*/ 1504 h 2839"/>
                <a:gd name="T64" fmla="*/ 763 w 3235"/>
                <a:gd name="T65" fmla="*/ 1801 h 2839"/>
                <a:gd name="T66" fmla="*/ 733 w 3235"/>
                <a:gd name="T67" fmla="*/ 2039 h 2839"/>
                <a:gd name="T68" fmla="*/ 663 w 3235"/>
                <a:gd name="T69" fmla="*/ 1983 h 2839"/>
                <a:gd name="T70" fmla="*/ 638 w 3235"/>
                <a:gd name="T71" fmla="*/ 1949 h 2839"/>
                <a:gd name="T72" fmla="*/ 613 w 3235"/>
                <a:gd name="T73" fmla="*/ 2225 h 2839"/>
                <a:gd name="T74" fmla="*/ 647 w 3235"/>
                <a:gd name="T75" fmla="*/ 2612 h 2839"/>
                <a:gd name="T76" fmla="*/ 734 w 3235"/>
                <a:gd name="T77" fmla="*/ 2836 h 2839"/>
                <a:gd name="T78" fmla="*/ 611 w 3235"/>
                <a:gd name="T79" fmla="*/ 2779 h 2839"/>
                <a:gd name="T80" fmla="*/ 400 w 3235"/>
                <a:gd name="T81" fmla="*/ 2574 h 2839"/>
                <a:gd name="T82" fmla="*/ 233 w 3235"/>
                <a:gd name="T83" fmla="*/ 2258 h 2839"/>
                <a:gd name="T84" fmla="*/ 163 w 3235"/>
                <a:gd name="T85" fmla="*/ 1654 h 2839"/>
                <a:gd name="T86" fmla="*/ 189 w 3235"/>
                <a:gd name="T87" fmla="*/ 1170 h 2839"/>
                <a:gd name="T88" fmla="*/ 195 w 3235"/>
                <a:gd name="T89" fmla="*/ 914 h 2839"/>
                <a:gd name="T90" fmla="*/ 80 w 3235"/>
                <a:gd name="T91" fmla="*/ 875 h 2839"/>
                <a:gd name="T92" fmla="*/ 0 w 3235"/>
                <a:gd name="T93" fmla="*/ 866 h 2839"/>
                <a:gd name="T94" fmla="*/ 125 w 3235"/>
                <a:gd name="T95" fmla="*/ 734 h 2839"/>
                <a:gd name="T96" fmla="*/ 285 w 3235"/>
                <a:gd name="T97" fmla="*/ 580 h 2839"/>
                <a:gd name="T98" fmla="*/ 334 w 3235"/>
                <a:gd name="T99" fmla="*/ 393 h 2839"/>
                <a:gd name="T100" fmla="*/ 386 w 3235"/>
                <a:gd name="T101" fmla="*/ 313 h 2839"/>
                <a:gd name="T102" fmla="*/ 429 w 3235"/>
                <a:gd name="T103" fmla="*/ 481 h 2839"/>
                <a:gd name="T104" fmla="*/ 397 w 3235"/>
                <a:gd name="T105" fmla="*/ 604 h 2839"/>
                <a:gd name="T106" fmla="*/ 890 w 3235"/>
                <a:gd name="T107" fmla="*/ 156 h 2839"/>
                <a:gd name="T108" fmla="*/ 1426 w 3235"/>
                <a:gd name="T109" fmla="*/ 3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35" h="2839">
                  <a:moveTo>
                    <a:pt x="1504" y="0"/>
                  </a:moveTo>
                  <a:lnTo>
                    <a:pt x="1581" y="2"/>
                  </a:lnTo>
                  <a:lnTo>
                    <a:pt x="1657" y="7"/>
                  </a:lnTo>
                  <a:lnTo>
                    <a:pt x="1733" y="17"/>
                  </a:lnTo>
                  <a:lnTo>
                    <a:pt x="1807" y="29"/>
                  </a:lnTo>
                  <a:lnTo>
                    <a:pt x="1881" y="45"/>
                  </a:lnTo>
                  <a:lnTo>
                    <a:pt x="1953" y="64"/>
                  </a:lnTo>
                  <a:lnTo>
                    <a:pt x="2024" y="86"/>
                  </a:lnTo>
                  <a:lnTo>
                    <a:pt x="2093" y="110"/>
                  </a:lnTo>
                  <a:lnTo>
                    <a:pt x="2160" y="137"/>
                  </a:lnTo>
                  <a:lnTo>
                    <a:pt x="2226" y="166"/>
                  </a:lnTo>
                  <a:lnTo>
                    <a:pt x="2291" y="196"/>
                  </a:lnTo>
                  <a:lnTo>
                    <a:pt x="2353" y="229"/>
                  </a:lnTo>
                  <a:lnTo>
                    <a:pt x="2411" y="263"/>
                  </a:lnTo>
                  <a:lnTo>
                    <a:pt x="2468" y="298"/>
                  </a:lnTo>
                  <a:lnTo>
                    <a:pt x="2522" y="334"/>
                  </a:lnTo>
                  <a:lnTo>
                    <a:pt x="2574" y="371"/>
                  </a:lnTo>
                  <a:lnTo>
                    <a:pt x="2622" y="408"/>
                  </a:lnTo>
                  <a:lnTo>
                    <a:pt x="2668" y="446"/>
                  </a:lnTo>
                  <a:lnTo>
                    <a:pt x="2710" y="484"/>
                  </a:lnTo>
                  <a:lnTo>
                    <a:pt x="2748" y="522"/>
                  </a:lnTo>
                  <a:lnTo>
                    <a:pt x="2782" y="558"/>
                  </a:lnTo>
                  <a:lnTo>
                    <a:pt x="2813" y="595"/>
                  </a:lnTo>
                  <a:lnTo>
                    <a:pt x="2840" y="630"/>
                  </a:lnTo>
                  <a:lnTo>
                    <a:pt x="2863" y="665"/>
                  </a:lnTo>
                  <a:lnTo>
                    <a:pt x="2882" y="699"/>
                  </a:lnTo>
                  <a:lnTo>
                    <a:pt x="2896" y="730"/>
                  </a:lnTo>
                  <a:lnTo>
                    <a:pt x="2921" y="792"/>
                  </a:lnTo>
                  <a:lnTo>
                    <a:pt x="2946" y="853"/>
                  </a:lnTo>
                  <a:lnTo>
                    <a:pt x="2973" y="911"/>
                  </a:lnTo>
                  <a:lnTo>
                    <a:pt x="3001" y="967"/>
                  </a:lnTo>
                  <a:lnTo>
                    <a:pt x="3027" y="1021"/>
                  </a:lnTo>
                  <a:lnTo>
                    <a:pt x="3055" y="1072"/>
                  </a:lnTo>
                  <a:lnTo>
                    <a:pt x="3082" y="1120"/>
                  </a:lnTo>
                  <a:lnTo>
                    <a:pt x="3107" y="1167"/>
                  </a:lnTo>
                  <a:lnTo>
                    <a:pt x="3131" y="1209"/>
                  </a:lnTo>
                  <a:lnTo>
                    <a:pt x="3154" y="1249"/>
                  </a:lnTo>
                  <a:lnTo>
                    <a:pt x="3174" y="1285"/>
                  </a:lnTo>
                  <a:lnTo>
                    <a:pt x="3193" y="1319"/>
                  </a:lnTo>
                  <a:lnTo>
                    <a:pt x="3208" y="1348"/>
                  </a:lnTo>
                  <a:lnTo>
                    <a:pt x="3220" y="1375"/>
                  </a:lnTo>
                  <a:lnTo>
                    <a:pt x="3229" y="1397"/>
                  </a:lnTo>
                  <a:lnTo>
                    <a:pt x="3234" y="1415"/>
                  </a:lnTo>
                  <a:lnTo>
                    <a:pt x="3235" y="1430"/>
                  </a:lnTo>
                  <a:lnTo>
                    <a:pt x="3231" y="1442"/>
                  </a:lnTo>
                  <a:lnTo>
                    <a:pt x="3222" y="1448"/>
                  </a:lnTo>
                  <a:lnTo>
                    <a:pt x="3208" y="1450"/>
                  </a:lnTo>
                  <a:lnTo>
                    <a:pt x="3181" y="1447"/>
                  </a:lnTo>
                  <a:lnTo>
                    <a:pt x="3153" y="1439"/>
                  </a:lnTo>
                  <a:lnTo>
                    <a:pt x="3129" y="1426"/>
                  </a:lnTo>
                  <a:lnTo>
                    <a:pt x="3106" y="1410"/>
                  </a:lnTo>
                  <a:lnTo>
                    <a:pt x="3084" y="1391"/>
                  </a:lnTo>
                  <a:lnTo>
                    <a:pt x="3067" y="1371"/>
                  </a:lnTo>
                  <a:lnTo>
                    <a:pt x="3050" y="1351"/>
                  </a:lnTo>
                  <a:lnTo>
                    <a:pt x="3036" y="1330"/>
                  </a:lnTo>
                  <a:lnTo>
                    <a:pt x="3024" y="1313"/>
                  </a:lnTo>
                  <a:lnTo>
                    <a:pt x="3015" y="1296"/>
                  </a:lnTo>
                  <a:lnTo>
                    <a:pt x="3008" y="1283"/>
                  </a:lnTo>
                  <a:lnTo>
                    <a:pt x="3005" y="1275"/>
                  </a:lnTo>
                  <a:lnTo>
                    <a:pt x="3003" y="1272"/>
                  </a:lnTo>
                  <a:lnTo>
                    <a:pt x="3005" y="1276"/>
                  </a:lnTo>
                  <a:lnTo>
                    <a:pt x="3007" y="1286"/>
                  </a:lnTo>
                  <a:lnTo>
                    <a:pt x="3012" y="1302"/>
                  </a:lnTo>
                  <a:lnTo>
                    <a:pt x="3019" y="1326"/>
                  </a:lnTo>
                  <a:lnTo>
                    <a:pt x="3026" y="1356"/>
                  </a:lnTo>
                  <a:lnTo>
                    <a:pt x="3035" y="1391"/>
                  </a:lnTo>
                  <a:lnTo>
                    <a:pt x="3044" y="1431"/>
                  </a:lnTo>
                  <a:lnTo>
                    <a:pt x="3053" y="1478"/>
                  </a:lnTo>
                  <a:lnTo>
                    <a:pt x="3060" y="1530"/>
                  </a:lnTo>
                  <a:lnTo>
                    <a:pt x="3068" y="1587"/>
                  </a:lnTo>
                  <a:lnTo>
                    <a:pt x="3074" y="1649"/>
                  </a:lnTo>
                  <a:lnTo>
                    <a:pt x="3078" y="1715"/>
                  </a:lnTo>
                  <a:lnTo>
                    <a:pt x="3081" y="1786"/>
                  </a:lnTo>
                  <a:lnTo>
                    <a:pt x="3082" y="1860"/>
                  </a:lnTo>
                  <a:lnTo>
                    <a:pt x="3079" y="1940"/>
                  </a:lnTo>
                  <a:lnTo>
                    <a:pt x="3074" y="2022"/>
                  </a:lnTo>
                  <a:lnTo>
                    <a:pt x="3065" y="2109"/>
                  </a:lnTo>
                  <a:lnTo>
                    <a:pt x="3055" y="2168"/>
                  </a:lnTo>
                  <a:lnTo>
                    <a:pt x="3043" y="2224"/>
                  </a:lnTo>
                  <a:lnTo>
                    <a:pt x="3025" y="2279"/>
                  </a:lnTo>
                  <a:lnTo>
                    <a:pt x="3005" y="2331"/>
                  </a:lnTo>
                  <a:lnTo>
                    <a:pt x="2982" y="2382"/>
                  </a:lnTo>
                  <a:lnTo>
                    <a:pt x="2955" y="2430"/>
                  </a:lnTo>
                  <a:lnTo>
                    <a:pt x="2927" y="2475"/>
                  </a:lnTo>
                  <a:lnTo>
                    <a:pt x="2898" y="2519"/>
                  </a:lnTo>
                  <a:lnTo>
                    <a:pt x="2868" y="2559"/>
                  </a:lnTo>
                  <a:lnTo>
                    <a:pt x="2836" y="2597"/>
                  </a:lnTo>
                  <a:lnTo>
                    <a:pt x="2805" y="2631"/>
                  </a:lnTo>
                  <a:lnTo>
                    <a:pt x="2772" y="2664"/>
                  </a:lnTo>
                  <a:lnTo>
                    <a:pt x="2741" y="2693"/>
                  </a:lnTo>
                  <a:lnTo>
                    <a:pt x="2711" y="2718"/>
                  </a:lnTo>
                  <a:lnTo>
                    <a:pt x="2681" y="2741"/>
                  </a:lnTo>
                  <a:lnTo>
                    <a:pt x="2654" y="2761"/>
                  </a:lnTo>
                  <a:lnTo>
                    <a:pt x="2629" y="2778"/>
                  </a:lnTo>
                  <a:lnTo>
                    <a:pt x="2606" y="2791"/>
                  </a:lnTo>
                  <a:lnTo>
                    <a:pt x="2586" y="2799"/>
                  </a:lnTo>
                  <a:lnTo>
                    <a:pt x="2569" y="2806"/>
                  </a:lnTo>
                  <a:lnTo>
                    <a:pt x="2557" y="2807"/>
                  </a:lnTo>
                  <a:lnTo>
                    <a:pt x="2548" y="2806"/>
                  </a:lnTo>
                  <a:lnTo>
                    <a:pt x="2544" y="2799"/>
                  </a:lnTo>
                  <a:lnTo>
                    <a:pt x="2545" y="2791"/>
                  </a:lnTo>
                  <a:lnTo>
                    <a:pt x="2552" y="2777"/>
                  </a:lnTo>
                  <a:lnTo>
                    <a:pt x="2574" y="2735"/>
                  </a:lnTo>
                  <a:lnTo>
                    <a:pt x="2593" y="2689"/>
                  </a:lnTo>
                  <a:lnTo>
                    <a:pt x="2607" y="2643"/>
                  </a:lnTo>
                  <a:lnTo>
                    <a:pt x="2619" y="2593"/>
                  </a:lnTo>
                  <a:lnTo>
                    <a:pt x="2627" y="2541"/>
                  </a:lnTo>
                  <a:lnTo>
                    <a:pt x="2633" y="2491"/>
                  </a:lnTo>
                  <a:lnTo>
                    <a:pt x="2635" y="2439"/>
                  </a:lnTo>
                  <a:lnTo>
                    <a:pt x="2636" y="2387"/>
                  </a:lnTo>
                  <a:lnTo>
                    <a:pt x="2635" y="2336"/>
                  </a:lnTo>
                  <a:lnTo>
                    <a:pt x="2633" y="2288"/>
                  </a:lnTo>
                  <a:lnTo>
                    <a:pt x="2629" y="2240"/>
                  </a:lnTo>
                  <a:lnTo>
                    <a:pt x="2624" y="2196"/>
                  </a:lnTo>
                  <a:lnTo>
                    <a:pt x="2619" y="2155"/>
                  </a:lnTo>
                  <a:lnTo>
                    <a:pt x="2614" y="2117"/>
                  </a:lnTo>
                  <a:lnTo>
                    <a:pt x="2607" y="2084"/>
                  </a:lnTo>
                  <a:lnTo>
                    <a:pt x="2602" y="2055"/>
                  </a:lnTo>
                  <a:lnTo>
                    <a:pt x="2598" y="2033"/>
                  </a:lnTo>
                  <a:lnTo>
                    <a:pt x="2595" y="2015"/>
                  </a:lnTo>
                  <a:lnTo>
                    <a:pt x="2592" y="2005"/>
                  </a:lnTo>
                  <a:lnTo>
                    <a:pt x="2591" y="2001"/>
                  </a:lnTo>
                  <a:lnTo>
                    <a:pt x="2588" y="2012"/>
                  </a:lnTo>
                  <a:lnTo>
                    <a:pt x="2582" y="2025"/>
                  </a:lnTo>
                  <a:lnTo>
                    <a:pt x="2574" y="2038"/>
                  </a:lnTo>
                  <a:lnTo>
                    <a:pt x="2565" y="2049"/>
                  </a:lnTo>
                  <a:lnTo>
                    <a:pt x="2557" y="2060"/>
                  </a:lnTo>
                  <a:lnTo>
                    <a:pt x="2546" y="2068"/>
                  </a:lnTo>
                  <a:lnTo>
                    <a:pt x="2535" y="2074"/>
                  </a:lnTo>
                  <a:lnTo>
                    <a:pt x="2525" y="2078"/>
                  </a:lnTo>
                  <a:lnTo>
                    <a:pt x="2516" y="2079"/>
                  </a:lnTo>
                  <a:lnTo>
                    <a:pt x="2508" y="2076"/>
                  </a:lnTo>
                  <a:lnTo>
                    <a:pt x="2502" y="2068"/>
                  </a:lnTo>
                  <a:lnTo>
                    <a:pt x="2497" y="2055"/>
                  </a:lnTo>
                  <a:lnTo>
                    <a:pt x="2495" y="2038"/>
                  </a:lnTo>
                  <a:lnTo>
                    <a:pt x="2491" y="1969"/>
                  </a:lnTo>
                  <a:lnTo>
                    <a:pt x="2483" y="1905"/>
                  </a:lnTo>
                  <a:lnTo>
                    <a:pt x="2472" y="1847"/>
                  </a:lnTo>
                  <a:lnTo>
                    <a:pt x="2458" y="1792"/>
                  </a:lnTo>
                  <a:lnTo>
                    <a:pt x="2441" y="1743"/>
                  </a:lnTo>
                  <a:lnTo>
                    <a:pt x="2424" y="1697"/>
                  </a:lnTo>
                  <a:lnTo>
                    <a:pt x="2403" y="1657"/>
                  </a:lnTo>
                  <a:lnTo>
                    <a:pt x="2383" y="1621"/>
                  </a:lnTo>
                  <a:lnTo>
                    <a:pt x="2362" y="1588"/>
                  </a:lnTo>
                  <a:lnTo>
                    <a:pt x="2341" y="1559"/>
                  </a:lnTo>
                  <a:lnTo>
                    <a:pt x="2320" y="1535"/>
                  </a:lnTo>
                  <a:lnTo>
                    <a:pt x="2300" y="1514"/>
                  </a:lnTo>
                  <a:lnTo>
                    <a:pt x="2281" y="1496"/>
                  </a:lnTo>
                  <a:lnTo>
                    <a:pt x="2263" y="1481"/>
                  </a:lnTo>
                  <a:lnTo>
                    <a:pt x="2249" y="1469"/>
                  </a:lnTo>
                  <a:lnTo>
                    <a:pt x="2236" y="1461"/>
                  </a:lnTo>
                  <a:lnTo>
                    <a:pt x="2226" y="1454"/>
                  </a:lnTo>
                  <a:lnTo>
                    <a:pt x="2220" y="1450"/>
                  </a:lnTo>
                  <a:lnTo>
                    <a:pt x="2219" y="1450"/>
                  </a:lnTo>
                  <a:lnTo>
                    <a:pt x="2220" y="1452"/>
                  </a:lnTo>
                  <a:lnTo>
                    <a:pt x="2222" y="1457"/>
                  </a:lnTo>
                  <a:lnTo>
                    <a:pt x="2228" y="1464"/>
                  </a:lnTo>
                  <a:lnTo>
                    <a:pt x="2233" y="1475"/>
                  </a:lnTo>
                  <a:lnTo>
                    <a:pt x="2238" y="1487"/>
                  </a:lnTo>
                  <a:lnTo>
                    <a:pt x="2243" y="1500"/>
                  </a:lnTo>
                  <a:lnTo>
                    <a:pt x="2246" y="1514"/>
                  </a:lnTo>
                  <a:lnTo>
                    <a:pt x="2249" y="1528"/>
                  </a:lnTo>
                  <a:lnTo>
                    <a:pt x="2250" y="1542"/>
                  </a:lnTo>
                  <a:lnTo>
                    <a:pt x="2248" y="1554"/>
                  </a:lnTo>
                  <a:lnTo>
                    <a:pt x="2243" y="1566"/>
                  </a:lnTo>
                  <a:lnTo>
                    <a:pt x="2234" y="1574"/>
                  </a:lnTo>
                  <a:lnTo>
                    <a:pt x="2221" y="1581"/>
                  </a:lnTo>
                  <a:lnTo>
                    <a:pt x="2203" y="1585"/>
                  </a:lnTo>
                  <a:lnTo>
                    <a:pt x="2179" y="1586"/>
                  </a:lnTo>
                  <a:lnTo>
                    <a:pt x="2107" y="1580"/>
                  </a:lnTo>
                  <a:lnTo>
                    <a:pt x="2038" y="1569"/>
                  </a:lnTo>
                  <a:lnTo>
                    <a:pt x="1972" y="1559"/>
                  </a:lnTo>
                  <a:lnTo>
                    <a:pt x="1910" y="1545"/>
                  </a:lnTo>
                  <a:lnTo>
                    <a:pt x="1852" y="1531"/>
                  </a:lnTo>
                  <a:lnTo>
                    <a:pt x="1798" y="1515"/>
                  </a:lnTo>
                  <a:lnTo>
                    <a:pt x="1748" y="1499"/>
                  </a:lnTo>
                  <a:lnTo>
                    <a:pt x="1704" y="1482"/>
                  </a:lnTo>
                  <a:lnTo>
                    <a:pt x="1663" y="1467"/>
                  </a:lnTo>
                  <a:lnTo>
                    <a:pt x="1628" y="1452"/>
                  </a:lnTo>
                  <a:lnTo>
                    <a:pt x="1596" y="1438"/>
                  </a:lnTo>
                  <a:lnTo>
                    <a:pt x="1571" y="1425"/>
                  </a:lnTo>
                  <a:lnTo>
                    <a:pt x="1550" y="1414"/>
                  </a:lnTo>
                  <a:lnTo>
                    <a:pt x="1536" y="1406"/>
                  </a:lnTo>
                  <a:lnTo>
                    <a:pt x="1528" y="1401"/>
                  </a:lnTo>
                  <a:lnTo>
                    <a:pt x="1524" y="1399"/>
                  </a:lnTo>
                  <a:lnTo>
                    <a:pt x="1525" y="1401"/>
                  </a:lnTo>
                  <a:lnTo>
                    <a:pt x="1529" y="1409"/>
                  </a:lnTo>
                  <a:lnTo>
                    <a:pt x="1533" y="1419"/>
                  </a:lnTo>
                  <a:lnTo>
                    <a:pt x="1539" y="1431"/>
                  </a:lnTo>
                  <a:lnTo>
                    <a:pt x="1545" y="1448"/>
                  </a:lnTo>
                  <a:lnTo>
                    <a:pt x="1550" y="1464"/>
                  </a:lnTo>
                  <a:lnTo>
                    <a:pt x="1557" y="1483"/>
                  </a:lnTo>
                  <a:lnTo>
                    <a:pt x="1562" y="1501"/>
                  </a:lnTo>
                  <a:lnTo>
                    <a:pt x="1564" y="1520"/>
                  </a:lnTo>
                  <a:lnTo>
                    <a:pt x="1566" y="1537"/>
                  </a:lnTo>
                  <a:lnTo>
                    <a:pt x="1564" y="1553"/>
                  </a:lnTo>
                  <a:lnTo>
                    <a:pt x="1559" y="1566"/>
                  </a:lnTo>
                  <a:lnTo>
                    <a:pt x="1552" y="1576"/>
                  </a:lnTo>
                  <a:lnTo>
                    <a:pt x="1540" y="1583"/>
                  </a:lnTo>
                  <a:lnTo>
                    <a:pt x="1524" y="1586"/>
                  </a:lnTo>
                  <a:lnTo>
                    <a:pt x="1472" y="1583"/>
                  </a:lnTo>
                  <a:lnTo>
                    <a:pt x="1420" y="1578"/>
                  </a:lnTo>
                  <a:lnTo>
                    <a:pt x="1368" y="1572"/>
                  </a:lnTo>
                  <a:lnTo>
                    <a:pt x="1319" y="1562"/>
                  </a:lnTo>
                  <a:lnTo>
                    <a:pt x="1269" y="1550"/>
                  </a:lnTo>
                  <a:lnTo>
                    <a:pt x="1223" y="1537"/>
                  </a:lnTo>
                  <a:lnTo>
                    <a:pt x="1177" y="1523"/>
                  </a:lnTo>
                  <a:lnTo>
                    <a:pt x="1134" y="1507"/>
                  </a:lnTo>
                  <a:lnTo>
                    <a:pt x="1092" y="1492"/>
                  </a:lnTo>
                  <a:lnTo>
                    <a:pt x="1056" y="1477"/>
                  </a:lnTo>
                  <a:lnTo>
                    <a:pt x="1020" y="1462"/>
                  </a:lnTo>
                  <a:lnTo>
                    <a:pt x="990" y="1448"/>
                  </a:lnTo>
                  <a:lnTo>
                    <a:pt x="963" y="1434"/>
                  </a:lnTo>
                  <a:lnTo>
                    <a:pt x="940" y="1423"/>
                  </a:lnTo>
                  <a:lnTo>
                    <a:pt x="921" y="1413"/>
                  </a:lnTo>
                  <a:lnTo>
                    <a:pt x="907" y="1405"/>
                  </a:lnTo>
                  <a:lnTo>
                    <a:pt x="900" y="1401"/>
                  </a:lnTo>
                  <a:lnTo>
                    <a:pt x="897" y="1399"/>
                  </a:lnTo>
                  <a:lnTo>
                    <a:pt x="895" y="1402"/>
                  </a:lnTo>
                  <a:lnTo>
                    <a:pt x="891" y="1413"/>
                  </a:lnTo>
                  <a:lnTo>
                    <a:pt x="883" y="1428"/>
                  </a:lnTo>
                  <a:lnTo>
                    <a:pt x="875" y="1448"/>
                  </a:lnTo>
                  <a:lnTo>
                    <a:pt x="864" y="1473"/>
                  </a:lnTo>
                  <a:lnTo>
                    <a:pt x="852" y="1504"/>
                  </a:lnTo>
                  <a:lnTo>
                    <a:pt x="839" y="1538"/>
                  </a:lnTo>
                  <a:lnTo>
                    <a:pt x="825" y="1574"/>
                  </a:lnTo>
                  <a:lnTo>
                    <a:pt x="811" y="1616"/>
                  </a:lnTo>
                  <a:lnTo>
                    <a:pt x="799" y="1659"/>
                  </a:lnTo>
                  <a:lnTo>
                    <a:pt x="786" y="1705"/>
                  </a:lnTo>
                  <a:lnTo>
                    <a:pt x="773" y="1752"/>
                  </a:lnTo>
                  <a:lnTo>
                    <a:pt x="763" y="1801"/>
                  </a:lnTo>
                  <a:lnTo>
                    <a:pt x="754" y="1850"/>
                  </a:lnTo>
                  <a:lnTo>
                    <a:pt x="748" y="1901"/>
                  </a:lnTo>
                  <a:lnTo>
                    <a:pt x="744" y="1950"/>
                  </a:lnTo>
                  <a:lnTo>
                    <a:pt x="744" y="2001"/>
                  </a:lnTo>
                  <a:lnTo>
                    <a:pt x="743" y="2019"/>
                  </a:lnTo>
                  <a:lnTo>
                    <a:pt x="739" y="2031"/>
                  </a:lnTo>
                  <a:lnTo>
                    <a:pt x="733" y="2039"/>
                  </a:lnTo>
                  <a:lnTo>
                    <a:pt x="724" y="2041"/>
                  </a:lnTo>
                  <a:lnTo>
                    <a:pt x="715" y="2039"/>
                  </a:lnTo>
                  <a:lnTo>
                    <a:pt x="705" y="2034"/>
                  </a:lnTo>
                  <a:lnTo>
                    <a:pt x="694" y="2025"/>
                  </a:lnTo>
                  <a:lnTo>
                    <a:pt x="683" y="2012"/>
                  </a:lnTo>
                  <a:lnTo>
                    <a:pt x="673" y="1998"/>
                  </a:lnTo>
                  <a:lnTo>
                    <a:pt x="663" y="1983"/>
                  </a:lnTo>
                  <a:lnTo>
                    <a:pt x="656" y="1967"/>
                  </a:lnTo>
                  <a:lnTo>
                    <a:pt x="649" y="1949"/>
                  </a:lnTo>
                  <a:lnTo>
                    <a:pt x="645" y="1933"/>
                  </a:lnTo>
                  <a:lnTo>
                    <a:pt x="643" y="1915"/>
                  </a:lnTo>
                  <a:lnTo>
                    <a:pt x="643" y="1920"/>
                  </a:lnTo>
                  <a:lnTo>
                    <a:pt x="640" y="1931"/>
                  </a:lnTo>
                  <a:lnTo>
                    <a:pt x="638" y="1949"/>
                  </a:lnTo>
                  <a:lnTo>
                    <a:pt x="634" y="1974"/>
                  </a:lnTo>
                  <a:lnTo>
                    <a:pt x="630" y="2005"/>
                  </a:lnTo>
                  <a:lnTo>
                    <a:pt x="626" y="2040"/>
                  </a:lnTo>
                  <a:lnTo>
                    <a:pt x="621" y="2081"/>
                  </a:lnTo>
                  <a:lnTo>
                    <a:pt x="618" y="2125"/>
                  </a:lnTo>
                  <a:lnTo>
                    <a:pt x="615" y="2173"/>
                  </a:lnTo>
                  <a:lnTo>
                    <a:pt x="613" y="2225"/>
                  </a:lnTo>
                  <a:lnTo>
                    <a:pt x="613" y="2278"/>
                  </a:lnTo>
                  <a:lnTo>
                    <a:pt x="613" y="2332"/>
                  </a:lnTo>
                  <a:lnTo>
                    <a:pt x="615" y="2388"/>
                  </a:lnTo>
                  <a:lnTo>
                    <a:pt x="619" y="2445"/>
                  </a:lnTo>
                  <a:lnTo>
                    <a:pt x="625" y="2502"/>
                  </a:lnTo>
                  <a:lnTo>
                    <a:pt x="634" y="2558"/>
                  </a:lnTo>
                  <a:lnTo>
                    <a:pt x="647" y="2612"/>
                  </a:lnTo>
                  <a:lnTo>
                    <a:pt x="661" y="2665"/>
                  </a:lnTo>
                  <a:lnTo>
                    <a:pt x="680" y="2716"/>
                  </a:lnTo>
                  <a:lnTo>
                    <a:pt x="701" y="2763"/>
                  </a:lnTo>
                  <a:lnTo>
                    <a:pt x="726" y="2807"/>
                  </a:lnTo>
                  <a:lnTo>
                    <a:pt x="734" y="2821"/>
                  </a:lnTo>
                  <a:lnTo>
                    <a:pt x="737" y="2831"/>
                  </a:lnTo>
                  <a:lnTo>
                    <a:pt x="734" y="2836"/>
                  </a:lnTo>
                  <a:lnTo>
                    <a:pt x="726" y="2839"/>
                  </a:lnTo>
                  <a:lnTo>
                    <a:pt x="715" y="2837"/>
                  </a:lnTo>
                  <a:lnTo>
                    <a:pt x="701" y="2832"/>
                  </a:lnTo>
                  <a:lnTo>
                    <a:pt x="682" y="2823"/>
                  </a:lnTo>
                  <a:lnTo>
                    <a:pt x="661" y="2812"/>
                  </a:lnTo>
                  <a:lnTo>
                    <a:pt x="637" y="2797"/>
                  </a:lnTo>
                  <a:lnTo>
                    <a:pt x="611" y="2779"/>
                  </a:lnTo>
                  <a:lnTo>
                    <a:pt x="583" y="2758"/>
                  </a:lnTo>
                  <a:lnTo>
                    <a:pt x="554" y="2734"/>
                  </a:lnTo>
                  <a:lnTo>
                    <a:pt x="524" y="2707"/>
                  </a:lnTo>
                  <a:lnTo>
                    <a:pt x="494" y="2677"/>
                  </a:lnTo>
                  <a:lnTo>
                    <a:pt x="462" y="2645"/>
                  </a:lnTo>
                  <a:lnTo>
                    <a:pt x="430" y="2611"/>
                  </a:lnTo>
                  <a:lnTo>
                    <a:pt x="400" y="2574"/>
                  </a:lnTo>
                  <a:lnTo>
                    <a:pt x="371" y="2535"/>
                  </a:lnTo>
                  <a:lnTo>
                    <a:pt x="342" y="2493"/>
                  </a:lnTo>
                  <a:lnTo>
                    <a:pt x="315" y="2450"/>
                  </a:lnTo>
                  <a:lnTo>
                    <a:pt x="291" y="2405"/>
                  </a:lnTo>
                  <a:lnTo>
                    <a:pt x="268" y="2358"/>
                  </a:lnTo>
                  <a:lnTo>
                    <a:pt x="249" y="2308"/>
                  </a:lnTo>
                  <a:lnTo>
                    <a:pt x="233" y="2258"/>
                  </a:lnTo>
                  <a:lnTo>
                    <a:pt x="220" y="2206"/>
                  </a:lnTo>
                  <a:lnTo>
                    <a:pt x="203" y="2107"/>
                  </a:lnTo>
                  <a:lnTo>
                    <a:pt x="187" y="2011"/>
                  </a:lnTo>
                  <a:lnTo>
                    <a:pt x="177" y="1917"/>
                  </a:lnTo>
                  <a:lnTo>
                    <a:pt x="170" y="1826"/>
                  </a:lnTo>
                  <a:lnTo>
                    <a:pt x="166" y="1739"/>
                  </a:lnTo>
                  <a:lnTo>
                    <a:pt x="163" y="1654"/>
                  </a:lnTo>
                  <a:lnTo>
                    <a:pt x="163" y="1573"/>
                  </a:lnTo>
                  <a:lnTo>
                    <a:pt x="166" y="1496"/>
                  </a:lnTo>
                  <a:lnTo>
                    <a:pt x="168" y="1423"/>
                  </a:lnTo>
                  <a:lnTo>
                    <a:pt x="173" y="1353"/>
                  </a:lnTo>
                  <a:lnTo>
                    <a:pt x="178" y="1287"/>
                  </a:lnTo>
                  <a:lnTo>
                    <a:pt x="184" y="1225"/>
                  </a:lnTo>
                  <a:lnTo>
                    <a:pt x="189" y="1170"/>
                  </a:lnTo>
                  <a:lnTo>
                    <a:pt x="194" y="1116"/>
                  </a:lnTo>
                  <a:lnTo>
                    <a:pt x="197" y="1070"/>
                  </a:lnTo>
                  <a:lnTo>
                    <a:pt x="201" y="1028"/>
                  </a:lnTo>
                  <a:lnTo>
                    <a:pt x="203" y="991"/>
                  </a:lnTo>
                  <a:lnTo>
                    <a:pt x="203" y="959"/>
                  </a:lnTo>
                  <a:lnTo>
                    <a:pt x="200" y="934"/>
                  </a:lnTo>
                  <a:lnTo>
                    <a:pt x="195" y="914"/>
                  </a:lnTo>
                  <a:lnTo>
                    <a:pt x="186" y="900"/>
                  </a:lnTo>
                  <a:lnTo>
                    <a:pt x="170" y="885"/>
                  </a:lnTo>
                  <a:lnTo>
                    <a:pt x="153" y="876"/>
                  </a:lnTo>
                  <a:lnTo>
                    <a:pt x="134" y="871"/>
                  </a:lnTo>
                  <a:lnTo>
                    <a:pt x="116" y="870"/>
                  </a:lnTo>
                  <a:lnTo>
                    <a:pt x="97" y="871"/>
                  </a:lnTo>
                  <a:lnTo>
                    <a:pt x="80" y="875"/>
                  </a:lnTo>
                  <a:lnTo>
                    <a:pt x="62" y="878"/>
                  </a:lnTo>
                  <a:lnTo>
                    <a:pt x="47" y="882"/>
                  </a:lnTo>
                  <a:lnTo>
                    <a:pt x="33" y="885"/>
                  </a:lnTo>
                  <a:lnTo>
                    <a:pt x="20" y="885"/>
                  </a:lnTo>
                  <a:lnTo>
                    <a:pt x="10" y="884"/>
                  </a:lnTo>
                  <a:lnTo>
                    <a:pt x="4" y="877"/>
                  </a:lnTo>
                  <a:lnTo>
                    <a:pt x="0" y="866"/>
                  </a:lnTo>
                  <a:lnTo>
                    <a:pt x="1" y="851"/>
                  </a:lnTo>
                  <a:lnTo>
                    <a:pt x="10" y="833"/>
                  </a:lnTo>
                  <a:lnTo>
                    <a:pt x="25" y="815"/>
                  </a:lnTo>
                  <a:lnTo>
                    <a:pt x="46" y="796"/>
                  </a:lnTo>
                  <a:lnTo>
                    <a:pt x="70" y="776"/>
                  </a:lnTo>
                  <a:lnTo>
                    <a:pt x="96" y="756"/>
                  </a:lnTo>
                  <a:lnTo>
                    <a:pt x="125" y="734"/>
                  </a:lnTo>
                  <a:lnTo>
                    <a:pt x="154" y="713"/>
                  </a:lnTo>
                  <a:lnTo>
                    <a:pt x="184" y="690"/>
                  </a:lnTo>
                  <a:lnTo>
                    <a:pt x="211" y="667"/>
                  </a:lnTo>
                  <a:lnTo>
                    <a:pt x="237" y="643"/>
                  </a:lnTo>
                  <a:lnTo>
                    <a:pt x="259" y="620"/>
                  </a:lnTo>
                  <a:lnTo>
                    <a:pt x="273" y="601"/>
                  </a:lnTo>
                  <a:lnTo>
                    <a:pt x="285" y="580"/>
                  </a:lnTo>
                  <a:lnTo>
                    <a:pt x="295" y="556"/>
                  </a:lnTo>
                  <a:lnTo>
                    <a:pt x="304" y="529"/>
                  </a:lnTo>
                  <a:lnTo>
                    <a:pt x="310" y="501"/>
                  </a:lnTo>
                  <a:lnTo>
                    <a:pt x="318" y="474"/>
                  </a:lnTo>
                  <a:lnTo>
                    <a:pt x="323" y="446"/>
                  </a:lnTo>
                  <a:lnTo>
                    <a:pt x="328" y="419"/>
                  </a:lnTo>
                  <a:lnTo>
                    <a:pt x="334" y="393"/>
                  </a:lnTo>
                  <a:lnTo>
                    <a:pt x="339" y="370"/>
                  </a:lnTo>
                  <a:lnTo>
                    <a:pt x="344" y="348"/>
                  </a:lnTo>
                  <a:lnTo>
                    <a:pt x="351" y="332"/>
                  </a:lnTo>
                  <a:lnTo>
                    <a:pt x="358" y="319"/>
                  </a:lnTo>
                  <a:lnTo>
                    <a:pt x="366" y="310"/>
                  </a:lnTo>
                  <a:lnTo>
                    <a:pt x="375" y="309"/>
                  </a:lnTo>
                  <a:lnTo>
                    <a:pt x="386" y="313"/>
                  </a:lnTo>
                  <a:lnTo>
                    <a:pt x="397" y="324"/>
                  </a:lnTo>
                  <a:lnTo>
                    <a:pt x="413" y="346"/>
                  </a:lnTo>
                  <a:lnTo>
                    <a:pt x="423" y="370"/>
                  </a:lnTo>
                  <a:lnTo>
                    <a:pt x="429" y="396"/>
                  </a:lnTo>
                  <a:lnTo>
                    <a:pt x="432" y="424"/>
                  </a:lnTo>
                  <a:lnTo>
                    <a:pt x="432" y="453"/>
                  </a:lnTo>
                  <a:lnTo>
                    <a:pt x="429" y="481"/>
                  </a:lnTo>
                  <a:lnTo>
                    <a:pt x="424" y="509"/>
                  </a:lnTo>
                  <a:lnTo>
                    <a:pt x="419" y="534"/>
                  </a:lnTo>
                  <a:lnTo>
                    <a:pt x="413" y="557"/>
                  </a:lnTo>
                  <a:lnTo>
                    <a:pt x="408" y="576"/>
                  </a:lnTo>
                  <a:lnTo>
                    <a:pt x="402" y="590"/>
                  </a:lnTo>
                  <a:lnTo>
                    <a:pt x="399" y="600"/>
                  </a:lnTo>
                  <a:lnTo>
                    <a:pt x="397" y="604"/>
                  </a:lnTo>
                  <a:lnTo>
                    <a:pt x="463" y="518"/>
                  </a:lnTo>
                  <a:lnTo>
                    <a:pt x="530" y="441"/>
                  </a:lnTo>
                  <a:lnTo>
                    <a:pt x="600" y="371"/>
                  </a:lnTo>
                  <a:lnTo>
                    <a:pt x="671" y="308"/>
                  </a:lnTo>
                  <a:lnTo>
                    <a:pt x="743" y="251"/>
                  </a:lnTo>
                  <a:lnTo>
                    <a:pt x="815" y="200"/>
                  </a:lnTo>
                  <a:lnTo>
                    <a:pt x="890" y="156"/>
                  </a:lnTo>
                  <a:lnTo>
                    <a:pt x="966" y="118"/>
                  </a:lnTo>
                  <a:lnTo>
                    <a:pt x="1042" y="85"/>
                  </a:lnTo>
                  <a:lnTo>
                    <a:pt x="1118" y="58"/>
                  </a:lnTo>
                  <a:lnTo>
                    <a:pt x="1195" y="37"/>
                  </a:lnTo>
                  <a:lnTo>
                    <a:pt x="1272" y="21"/>
                  </a:lnTo>
                  <a:lnTo>
                    <a:pt x="1349" y="9"/>
                  </a:lnTo>
                  <a:lnTo>
                    <a:pt x="1426" y="3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79"/>
            <p:cNvSpPr>
              <a:spLocks/>
            </p:cNvSpPr>
            <p:nvPr/>
          </p:nvSpPr>
          <p:spPr bwMode="auto">
            <a:xfrm>
              <a:off x="1034" y="2110"/>
              <a:ext cx="158" cy="232"/>
            </a:xfrm>
            <a:custGeom>
              <a:avLst/>
              <a:gdLst>
                <a:gd name="T0" fmla="*/ 261 w 472"/>
                <a:gd name="T1" fmla="*/ 0 h 697"/>
                <a:gd name="T2" fmla="*/ 472 w 472"/>
                <a:gd name="T3" fmla="*/ 341 h 697"/>
                <a:gd name="T4" fmla="*/ 472 w 472"/>
                <a:gd name="T5" fmla="*/ 697 h 697"/>
                <a:gd name="T6" fmla="*/ 0 w 472"/>
                <a:gd name="T7" fmla="*/ 52 h 697"/>
                <a:gd name="T8" fmla="*/ 86 w 472"/>
                <a:gd name="T9" fmla="*/ 31 h 697"/>
                <a:gd name="T10" fmla="*/ 174 w 472"/>
                <a:gd name="T11" fmla="*/ 14 h 697"/>
                <a:gd name="T12" fmla="*/ 261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61" y="0"/>
                  </a:moveTo>
                  <a:lnTo>
                    <a:pt x="472" y="341"/>
                  </a:lnTo>
                  <a:lnTo>
                    <a:pt x="472" y="697"/>
                  </a:lnTo>
                  <a:lnTo>
                    <a:pt x="0" y="52"/>
                  </a:lnTo>
                  <a:lnTo>
                    <a:pt x="86" y="31"/>
                  </a:lnTo>
                  <a:lnTo>
                    <a:pt x="174" y="1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80"/>
            <p:cNvSpPr>
              <a:spLocks/>
            </p:cNvSpPr>
            <p:nvPr/>
          </p:nvSpPr>
          <p:spPr bwMode="auto">
            <a:xfrm>
              <a:off x="1192" y="2110"/>
              <a:ext cx="157" cy="232"/>
            </a:xfrm>
            <a:custGeom>
              <a:avLst/>
              <a:gdLst>
                <a:gd name="T0" fmla="*/ 212 w 472"/>
                <a:gd name="T1" fmla="*/ 0 h 697"/>
                <a:gd name="T2" fmla="*/ 299 w 472"/>
                <a:gd name="T3" fmla="*/ 14 h 697"/>
                <a:gd name="T4" fmla="*/ 386 w 472"/>
                <a:gd name="T5" fmla="*/ 31 h 697"/>
                <a:gd name="T6" fmla="*/ 472 w 472"/>
                <a:gd name="T7" fmla="*/ 52 h 697"/>
                <a:gd name="T8" fmla="*/ 0 w 472"/>
                <a:gd name="T9" fmla="*/ 697 h 697"/>
                <a:gd name="T10" fmla="*/ 0 w 472"/>
                <a:gd name="T11" fmla="*/ 341 h 697"/>
                <a:gd name="T12" fmla="*/ 212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12" y="0"/>
                  </a:moveTo>
                  <a:lnTo>
                    <a:pt x="299" y="14"/>
                  </a:lnTo>
                  <a:lnTo>
                    <a:pt x="386" y="31"/>
                  </a:lnTo>
                  <a:lnTo>
                    <a:pt x="472" y="52"/>
                  </a:lnTo>
                  <a:lnTo>
                    <a:pt x="0" y="697"/>
                  </a:lnTo>
                  <a:lnTo>
                    <a:pt x="0" y="341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81"/>
            <p:cNvSpPr>
              <a:spLocks/>
            </p:cNvSpPr>
            <p:nvPr/>
          </p:nvSpPr>
          <p:spPr bwMode="auto">
            <a:xfrm>
              <a:off x="1098" y="2097"/>
              <a:ext cx="188" cy="161"/>
            </a:xfrm>
            <a:custGeom>
              <a:avLst/>
              <a:gdLst>
                <a:gd name="T0" fmla="*/ 252 w 565"/>
                <a:gd name="T1" fmla="*/ 0 h 483"/>
                <a:gd name="T2" fmla="*/ 298 w 565"/>
                <a:gd name="T3" fmla="*/ 1 h 483"/>
                <a:gd name="T4" fmla="*/ 342 w 565"/>
                <a:gd name="T5" fmla="*/ 4 h 483"/>
                <a:gd name="T6" fmla="*/ 384 w 565"/>
                <a:gd name="T7" fmla="*/ 8 h 483"/>
                <a:gd name="T8" fmla="*/ 423 w 565"/>
                <a:gd name="T9" fmla="*/ 13 h 483"/>
                <a:gd name="T10" fmla="*/ 457 w 565"/>
                <a:gd name="T11" fmla="*/ 19 h 483"/>
                <a:gd name="T12" fmla="*/ 489 w 565"/>
                <a:gd name="T13" fmla="*/ 27 h 483"/>
                <a:gd name="T14" fmla="*/ 514 w 565"/>
                <a:gd name="T15" fmla="*/ 33 h 483"/>
                <a:gd name="T16" fmla="*/ 536 w 565"/>
                <a:gd name="T17" fmla="*/ 38 h 483"/>
                <a:gd name="T18" fmla="*/ 552 w 565"/>
                <a:gd name="T19" fmla="*/ 43 h 483"/>
                <a:gd name="T20" fmla="*/ 561 w 565"/>
                <a:gd name="T21" fmla="*/ 47 h 483"/>
                <a:gd name="T22" fmla="*/ 565 w 565"/>
                <a:gd name="T23" fmla="*/ 47 h 483"/>
                <a:gd name="T24" fmla="*/ 282 w 565"/>
                <a:gd name="T25" fmla="*/ 483 h 483"/>
                <a:gd name="T26" fmla="*/ 0 w 565"/>
                <a:gd name="T27" fmla="*/ 48 h 483"/>
                <a:gd name="T28" fmla="*/ 51 w 565"/>
                <a:gd name="T29" fmla="*/ 30 h 483"/>
                <a:gd name="T30" fmla="*/ 103 w 565"/>
                <a:gd name="T31" fmla="*/ 16 h 483"/>
                <a:gd name="T32" fmla="*/ 153 w 565"/>
                <a:gd name="T33" fmla="*/ 8 h 483"/>
                <a:gd name="T34" fmla="*/ 203 w 565"/>
                <a:gd name="T35" fmla="*/ 3 h 483"/>
                <a:gd name="T36" fmla="*/ 252 w 565"/>
                <a:gd name="T37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5" h="483">
                  <a:moveTo>
                    <a:pt x="252" y="0"/>
                  </a:moveTo>
                  <a:lnTo>
                    <a:pt x="298" y="1"/>
                  </a:lnTo>
                  <a:lnTo>
                    <a:pt x="342" y="4"/>
                  </a:lnTo>
                  <a:lnTo>
                    <a:pt x="384" y="8"/>
                  </a:lnTo>
                  <a:lnTo>
                    <a:pt x="423" y="13"/>
                  </a:lnTo>
                  <a:lnTo>
                    <a:pt x="457" y="19"/>
                  </a:lnTo>
                  <a:lnTo>
                    <a:pt x="489" y="27"/>
                  </a:lnTo>
                  <a:lnTo>
                    <a:pt x="514" y="33"/>
                  </a:lnTo>
                  <a:lnTo>
                    <a:pt x="536" y="38"/>
                  </a:lnTo>
                  <a:lnTo>
                    <a:pt x="552" y="43"/>
                  </a:lnTo>
                  <a:lnTo>
                    <a:pt x="561" y="47"/>
                  </a:lnTo>
                  <a:lnTo>
                    <a:pt x="565" y="47"/>
                  </a:lnTo>
                  <a:lnTo>
                    <a:pt x="282" y="483"/>
                  </a:lnTo>
                  <a:lnTo>
                    <a:pt x="0" y="48"/>
                  </a:lnTo>
                  <a:lnTo>
                    <a:pt x="51" y="30"/>
                  </a:lnTo>
                  <a:lnTo>
                    <a:pt x="103" y="16"/>
                  </a:lnTo>
                  <a:lnTo>
                    <a:pt x="153" y="8"/>
                  </a:lnTo>
                  <a:lnTo>
                    <a:pt x="203" y="3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4441115" y="3933499"/>
            <a:ext cx="1529730" cy="1529730"/>
            <a:chOff x="2547739" y="4231535"/>
            <a:chExt cx="1296000" cy="1296000"/>
          </a:xfrm>
        </p:grpSpPr>
        <p:sp>
          <p:nvSpPr>
            <p:cNvPr id="105" name="직사각형 104"/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rgbClr val="FCB484"/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100" dirty="0">
                <a:solidFill>
                  <a:srgbClr val="E7E6E6">
                    <a:lumMod val="50000"/>
                  </a:srgbClr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100" b="1" dirty="0">
                <a:solidFill>
                  <a:srgbClr val="4F8DC5"/>
                </a:solidFill>
              </a:endParaRP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6235630" y="3936843"/>
            <a:ext cx="1529730" cy="1529730"/>
            <a:chOff x="2547739" y="4231535"/>
            <a:chExt cx="1296000" cy="1296000"/>
          </a:xfrm>
        </p:grpSpPr>
        <p:sp>
          <p:nvSpPr>
            <p:cNvPr id="108" name="직사각형 107"/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rgbClr val="FCB484"/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100" dirty="0">
                <a:solidFill>
                  <a:srgbClr val="E7E6E6">
                    <a:lumMod val="50000"/>
                  </a:srgbClr>
                </a:solidFill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b="1" dirty="0">
                  <a:solidFill>
                    <a:srgbClr val="FF8086"/>
                  </a:solidFill>
                </a:rPr>
                <a:t>v</a:t>
              </a:r>
            </a:p>
          </p:txBody>
        </p:sp>
      </p:grpSp>
      <p:pic>
        <p:nvPicPr>
          <p:cNvPr id="110" name="그림 10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57" y="4332431"/>
            <a:ext cx="1139777" cy="1139777"/>
          </a:xfrm>
          <a:prstGeom prst="rect">
            <a:avLst/>
          </a:prstGeom>
        </p:spPr>
      </p:pic>
      <p:pic>
        <p:nvPicPr>
          <p:cNvPr id="111" name="그림 1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908" y="4229532"/>
            <a:ext cx="886633" cy="1233697"/>
          </a:xfrm>
          <a:prstGeom prst="rect">
            <a:avLst/>
          </a:prstGeom>
        </p:spPr>
      </p:pic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82279FE-D2EA-4605-8677-6EF33C4B76F2}"/>
              </a:ext>
            </a:extLst>
          </p:cNvPr>
          <p:cNvSpPr/>
          <p:nvPr/>
        </p:nvSpPr>
        <p:spPr>
          <a:xfrm>
            <a:off x="8197767" y="2103378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 A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6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82279FE-D2EA-4605-8677-6EF33C4B76F2}"/>
              </a:ext>
            </a:extLst>
          </p:cNvPr>
          <p:cNvSpPr/>
          <p:nvPr/>
        </p:nvSpPr>
        <p:spPr>
          <a:xfrm>
            <a:off x="8196367" y="4144366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 A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6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82279FE-D2EA-4605-8677-6EF33C4B76F2}"/>
              </a:ext>
            </a:extLst>
          </p:cNvPr>
          <p:cNvSpPr/>
          <p:nvPr/>
        </p:nvSpPr>
        <p:spPr>
          <a:xfrm>
            <a:off x="1419622" y="2103427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 A</a:t>
            </a:r>
          </a:p>
          <a:p>
            <a:pPr algn="r">
              <a:lnSpc>
                <a:spcPct val="150000"/>
              </a:lnSpc>
            </a:pPr>
            <a:r>
              <a:rPr lang="ko-KR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6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82279FE-D2EA-4605-8677-6EF33C4B76F2}"/>
              </a:ext>
            </a:extLst>
          </p:cNvPr>
          <p:cNvSpPr/>
          <p:nvPr/>
        </p:nvSpPr>
        <p:spPr>
          <a:xfrm>
            <a:off x="1416163" y="4144366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 A</a:t>
            </a:r>
          </a:p>
          <a:p>
            <a:pPr algn="r">
              <a:lnSpc>
                <a:spcPct val="150000"/>
              </a:lnSpc>
            </a:pPr>
            <a:r>
              <a:rPr lang="ko-KR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65000"/>
                  </a:prstClr>
                </a:solidFill>
              </a:rPr>
              <a:t>Enjoy your stylish business and campus life with BIZCAM </a:t>
            </a:r>
          </a:p>
        </p:txBody>
      </p:sp>
    </p:spTree>
    <p:extLst>
      <p:ext uri="{BB962C8B-B14F-4D97-AF65-F5344CB8AC3E}">
        <p14:creationId xmlns:p14="http://schemas.microsoft.com/office/powerpoint/2010/main" val="1000810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39103" y="102938"/>
            <a:ext cx="658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rPr>
              <a:t>PPT PRESENTATION </a:t>
            </a:r>
            <a:r>
              <a:rPr lang="en-US" altLang="ko-KR" sz="900" kern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Enjoy your stylish business and campus life with BIZCAM</a:t>
            </a:r>
            <a:endParaRPr lang="ko-KR" altLang="en-US" sz="48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2" name="원호 71"/>
          <p:cNvSpPr/>
          <p:nvPr/>
        </p:nvSpPr>
        <p:spPr>
          <a:xfrm>
            <a:off x="1960566" y="2894672"/>
            <a:ext cx="1223388" cy="1223388"/>
          </a:xfrm>
          <a:prstGeom prst="arc">
            <a:avLst>
              <a:gd name="adj1" fmla="val 16200000"/>
              <a:gd name="adj2" fmla="val 6691873"/>
            </a:avLst>
          </a:prstGeom>
          <a:ln w="412750">
            <a:solidFill>
              <a:srgbClr val="FCB4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3" name="원호 3"/>
          <p:cNvSpPr/>
          <p:nvPr/>
        </p:nvSpPr>
        <p:spPr>
          <a:xfrm>
            <a:off x="1671980" y="2639677"/>
            <a:ext cx="1731482" cy="1754282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28584 w 2433858"/>
              <a:gd name="connsiteY0" fmla="*/ 107676 h 2497879"/>
              <a:gd name="connsiteX1" fmla="*/ 2424326 w 2433858"/>
              <a:gd name="connsiteY1" fmla="*/ 1246941 h 2497879"/>
              <a:gd name="connsiteX2" fmla="*/ 1344202 w 2433858"/>
              <a:gd name="connsiteY2" fmla="*/ 2496364 h 2497879"/>
              <a:gd name="connsiteX3" fmla="*/ 44021 w 2433858"/>
              <a:gd name="connsiteY3" fmla="*/ 1560458 h 2497879"/>
              <a:gd name="connsiteX4" fmla="*/ 998427 w 2433858"/>
              <a:gd name="connsiteY4" fmla="*/ 130009 h 2497879"/>
              <a:gd name="connsiteX5" fmla="*/ 1228584 w 2433858"/>
              <a:gd name="connsiteY5" fmla="*/ 1304818 h 2497879"/>
              <a:gd name="connsiteX6" fmla="*/ 1228584 w 2433858"/>
              <a:gd name="connsiteY6" fmla="*/ 107676 h 2497879"/>
              <a:gd name="connsiteX0" fmla="*/ 1209534 w 2433858"/>
              <a:gd name="connsiteY0" fmla="*/ 120376 h 2497879"/>
              <a:gd name="connsiteX1" fmla="*/ 2430676 w 2433858"/>
              <a:gd name="connsiteY1" fmla="*/ 1507291 h 2497879"/>
              <a:gd name="connsiteX2" fmla="*/ 1344202 w 2433858"/>
              <a:gd name="connsiteY2" fmla="*/ 2496364 h 2497879"/>
              <a:gd name="connsiteX3" fmla="*/ 5921 w 2433858"/>
              <a:gd name="connsiteY3" fmla="*/ 1395358 h 2497879"/>
              <a:gd name="connsiteX4" fmla="*/ 1549509 w 2433858"/>
              <a:gd name="connsiteY4" fmla="*/ 0 h 2497879"/>
              <a:gd name="connsiteX0" fmla="*/ 1230449 w 2435723"/>
              <a:gd name="connsiteY0" fmla="*/ 129960 h 2520163"/>
              <a:gd name="connsiteX1" fmla="*/ 2426191 w 2435723"/>
              <a:gd name="connsiteY1" fmla="*/ 1269225 h 2520163"/>
              <a:gd name="connsiteX2" fmla="*/ 1346067 w 2435723"/>
              <a:gd name="connsiteY2" fmla="*/ 2518648 h 2520163"/>
              <a:gd name="connsiteX3" fmla="*/ 45886 w 2435723"/>
              <a:gd name="connsiteY3" fmla="*/ 1582742 h 2520163"/>
              <a:gd name="connsiteX4" fmla="*/ 1000292 w 2435723"/>
              <a:gd name="connsiteY4" fmla="*/ 152293 h 2520163"/>
              <a:gd name="connsiteX5" fmla="*/ 1230449 w 2435723"/>
              <a:gd name="connsiteY5" fmla="*/ 1327102 h 2520163"/>
              <a:gd name="connsiteX6" fmla="*/ 1230449 w 2435723"/>
              <a:gd name="connsiteY6" fmla="*/ 129960 h 2520163"/>
              <a:gd name="connsiteX0" fmla="*/ 1211399 w 2435723"/>
              <a:gd name="connsiteY0" fmla="*/ 142660 h 2520163"/>
              <a:gd name="connsiteX1" fmla="*/ 2432541 w 2435723"/>
              <a:gd name="connsiteY1" fmla="*/ 1529575 h 2520163"/>
              <a:gd name="connsiteX2" fmla="*/ 1346067 w 2435723"/>
              <a:gd name="connsiteY2" fmla="*/ 2518648 h 2520163"/>
              <a:gd name="connsiteX3" fmla="*/ 7786 w 2435723"/>
              <a:gd name="connsiteY3" fmla="*/ 1417642 h 2520163"/>
              <a:gd name="connsiteX4" fmla="*/ 1551374 w 2435723"/>
              <a:gd name="connsiteY4" fmla="*/ 22284 h 2520163"/>
              <a:gd name="connsiteX0" fmla="*/ 1230384 w 2435658"/>
              <a:gd name="connsiteY0" fmla="*/ 102036 h 2492239"/>
              <a:gd name="connsiteX1" fmla="*/ 2426126 w 2435658"/>
              <a:gd name="connsiteY1" fmla="*/ 1241301 h 2492239"/>
              <a:gd name="connsiteX2" fmla="*/ 1346002 w 2435658"/>
              <a:gd name="connsiteY2" fmla="*/ 2490724 h 2492239"/>
              <a:gd name="connsiteX3" fmla="*/ 45821 w 2435658"/>
              <a:gd name="connsiteY3" fmla="*/ 1554818 h 2492239"/>
              <a:gd name="connsiteX4" fmla="*/ 1000227 w 2435658"/>
              <a:gd name="connsiteY4" fmla="*/ 124369 h 2492239"/>
              <a:gd name="connsiteX5" fmla="*/ 1230384 w 2435658"/>
              <a:gd name="connsiteY5" fmla="*/ 1299178 h 2492239"/>
              <a:gd name="connsiteX6" fmla="*/ 1230384 w 2435658"/>
              <a:gd name="connsiteY6" fmla="*/ 102036 h 2492239"/>
              <a:gd name="connsiteX0" fmla="*/ 1211334 w 2435658"/>
              <a:gd name="connsiteY0" fmla="*/ 114736 h 2492239"/>
              <a:gd name="connsiteX1" fmla="*/ 2432476 w 2435658"/>
              <a:gd name="connsiteY1" fmla="*/ 1501651 h 2492239"/>
              <a:gd name="connsiteX2" fmla="*/ 1346002 w 2435658"/>
              <a:gd name="connsiteY2" fmla="*/ 2490724 h 2492239"/>
              <a:gd name="connsiteX3" fmla="*/ 7721 w 2435658"/>
              <a:gd name="connsiteY3" fmla="*/ 1389718 h 2492239"/>
              <a:gd name="connsiteX4" fmla="*/ 1558438 w 2435658"/>
              <a:gd name="connsiteY4" fmla="*/ 22877 h 2492239"/>
              <a:gd name="connsiteX0" fmla="*/ 1235547 w 2440821"/>
              <a:gd name="connsiteY0" fmla="*/ 102036 h 2492239"/>
              <a:gd name="connsiteX1" fmla="*/ 2431289 w 2440821"/>
              <a:gd name="connsiteY1" fmla="*/ 1241301 h 2492239"/>
              <a:gd name="connsiteX2" fmla="*/ 1351165 w 2440821"/>
              <a:gd name="connsiteY2" fmla="*/ 2490724 h 2492239"/>
              <a:gd name="connsiteX3" fmla="*/ 50984 w 2440821"/>
              <a:gd name="connsiteY3" fmla="*/ 1554818 h 2492239"/>
              <a:gd name="connsiteX4" fmla="*/ 1005390 w 2440821"/>
              <a:gd name="connsiteY4" fmla="*/ 124369 h 2492239"/>
              <a:gd name="connsiteX5" fmla="*/ 1235547 w 2440821"/>
              <a:gd name="connsiteY5" fmla="*/ 1299178 h 2492239"/>
              <a:gd name="connsiteX6" fmla="*/ 1235547 w 2440821"/>
              <a:gd name="connsiteY6" fmla="*/ 102036 h 2492239"/>
              <a:gd name="connsiteX0" fmla="*/ 1216497 w 2440821"/>
              <a:gd name="connsiteY0" fmla="*/ 114736 h 2492239"/>
              <a:gd name="connsiteX1" fmla="*/ 2437639 w 2440821"/>
              <a:gd name="connsiteY1" fmla="*/ 1501651 h 2492239"/>
              <a:gd name="connsiteX2" fmla="*/ 1351165 w 2440821"/>
              <a:gd name="connsiteY2" fmla="*/ 2490724 h 2492239"/>
              <a:gd name="connsiteX3" fmla="*/ 12884 w 2440821"/>
              <a:gd name="connsiteY3" fmla="*/ 1389718 h 2492239"/>
              <a:gd name="connsiteX4" fmla="*/ 1563601 w 2440821"/>
              <a:gd name="connsiteY4" fmla="*/ 22877 h 2492239"/>
              <a:gd name="connsiteX0" fmla="*/ 1235547 w 2440821"/>
              <a:gd name="connsiteY0" fmla="*/ 102036 h 2500347"/>
              <a:gd name="connsiteX1" fmla="*/ 2424502 w 2440821"/>
              <a:gd name="connsiteY1" fmla="*/ 1098755 h 2500347"/>
              <a:gd name="connsiteX2" fmla="*/ 1351165 w 2440821"/>
              <a:gd name="connsiteY2" fmla="*/ 2490724 h 2500347"/>
              <a:gd name="connsiteX3" fmla="*/ 50984 w 2440821"/>
              <a:gd name="connsiteY3" fmla="*/ 1554818 h 2500347"/>
              <a:gd name="connsiteX4" fmla="*/ 1005390 w 2440821"/>
              <a:gd name="connsiteY4" fmla="*/ 124369 h 2500347"/>
              <a:gd name="connsiteX5" fmla="*/ 1235547 w 2440821"/>
              <a:gd name="connsiteY5" fmla="*/ 1299178 h 2500347"/>
              <a:gd name="connsiteX6" fmla="*/ 1235547 w 2440821"/>
              <a:gd name="connsiteY6" fmla="*/ 102036 h 2500347"/>
              <a:gd name="connsiteX0" fmla="*/ 1216497 w 2440821"/>
              <a:gd name="connsiteY0" fmla="*/ 114736 h 2500347"/>
              <a:gd name="connsiteX1" fmla="*/ 2437639 w 2440821"/>
              <a:gd name="connsiteY1" fmla="*/ 1501651 h 2500347"/>
              <a:gd name="connsiteX2" fmla="*/ 1351165 w 2440821"/>
              <a:gd name="connsiteY2" fmla="*/ 2490724 h 2500347"/>
              <a:gd name="connsiteX3" fmla="*/ 12884 w 2440821"/>
              <a:gd name="connsiteY3" fmla="*/ 1389718 h 2500347"/>
              <a:gd name="connsiteX4" fmla="*/ 1563601 w 2440821"/>
              <a:gd name="connsiteY4" fmla="*/ 22877 h 2500347"/>
              <a:gd name="connsiteX0" fmla="*/ 1235547 w 2521941"/>
              <a:gd name="connsiteY0" fmla="*/ 102036 h 2500348"/>
              <a:gd name="connsiteX1" fmla="*/ 2424502 w 2521941"/>
              <a:gd name="connsiteY1" fmla="*/ 1098755 h 2500348"/>
              <a:gd name="connsiteX2" fmla="*/ 1351165 w 2521941"/>
              <a:gd name="connsiteY2" fmla="*/ 2490724 h 2500348"/>
              <a:gd name="connsiteX3" fmla="*/ 50984 w 2521941"/>
              <a:gd name="connsiteY3" fmla="*/ 1554818 h 2500348"/>
              <a:gd name="connsiteX4" fmla="*/ 1005390 w 2521941"/>
              <a:gd name="connsiteY4" fmla="*/ 124369 h 2500348"/>
              <a:gd name="connsiteX5" fmla="*/ 1235547 w 2521941"/>
              <a:gd name="connsiteY5" fmla="*/ 1299178 h 2500348"/>
              <a:gd name="connsiteX6" fmla="*/ 1235547 w 2521941"/>
              <a:gd name="connsiteY6" fmla="*/ 102036 h 2500348"/>
              <a:gd name="connsiteX0" fmla="*/ 1216497 w 2521941"/>
              <a:gd name="connsiteY0" fmla="*/ 114736 h 2500348"/>
              <a:gd name="connsiteX1" fmla="*/ 2519095 w 2521941"/>
              <a:gd name="connsiteY1" fmla="*/ 1474500 h 2500348"/>
              <a:gd name="connsiteX2" fmla="*/ 1351165 w 2521941"/>
              <a:gd name="connsiteY2" fmla="*/ 2490724 h 2500348"/>
              <a:gd name="connsiteX3" fmla="*/ 12884 w 2521941"/>
              <a:gd name="connsiteY3" fmla="*/ 1389718 h 2500348"/>
              <a:gd name="connsiteX4" fmla="*/ 1563601 w 2521941"/>
              <a:gd name="connsiteY4" fmla="*/ 22877 h 2500348"/>
              <a:gd name="connsiteX0" fmla="*/ 1235547 w 2467853"/>
              <a:gd name="connsiteY0" fmla="*/ 102036 h 2500348"/>
              <a:gd name="connsiteX1" fmla="*/ 2424502 w 2467853"/>
              <a:gd name="connsiteY1" fmla="*/ 1098755 h 2500348"/>
              <a:gd name="connsiteX2" fmla="*/ 1351165 w 2467853"/>
              <a:gd name="connsiteY2" fmla="*/ 2490724 h 2500348"/>
              <a:gd name="connsiteX3" fmla="*/ 50984 w 2467853"/>
              <a:gd name="connsiteY3" fmla="*/ 1554818 h 2500348"/>
              <a:gd name="connsiteX4" fmla="*/ 1005390 w 2467853"/>
              <a:gd name="connsiteY4" fmla="*/ 124369 h 2500348"/>
              <a:gd name="connsiteX5" fmla="*/ 1235547 w 2467853"/>
              <a:gd name="connsiteY5" fmla="*/ 1299178 h 2500348"/>
              <a:gd name="connsiteX6" fmla="*/ 1235547 w 2467853"/>
              <a:gd name="connsiteY6" fmla="*/ 102036 h 2500348"/>
              <a:gd name="connsiteX0" fmla="*/ 1216497 w 2467853"/>
              <a:gd name="connsiteY0" fmla="*/ 114736 h 2500348"/>
              <a:gd name="connsiteX1" fmla="*/ 2464791 w 2467853"/>
              <a:gd name="connsiteY1" fmla="*/ 1304802 h 2500348"/>
              <a:gd name="connsiteX2" fmla="*/ 1351165 w 2467853"/>
              <a:gd name="connsiteY2" fmla="*/ 2490724 h 2500348"/>
              <a:gd name="connsiteX3" fmla="*/ 12884 w 2467853"/>
              <a:gd name="connsiteY3" fmla="*/ 1389718 h 2500348"/>
              <a:gd name="connsiteX4" fmla="*/ 1563601 w 2467853"/>
              <a:gd name="connsiteY4" fmla="*/ 22877 h 250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853" h="2500348" stroke="0" extrusionOk="0">
                <a:moveTo>
                  <a:pt x="1235547" y="102036"/>
                </a:moveTo>
                <a:cubicBezTo>
                  <a:pt x="1874211" y="102036"/>
                  <a:pt x="2393625" y="460838"/>
                  <a:pt x="2424502" y="1098755"/>
                </a:cubicBezTo>
                <a:cubicBezTo>
                  <a:pt x="2455379" y="1736672"/>
                  <a:pt x="1746751" y="2414714"/>
                  <a:pt x="1351165" y="2490724"/>
                </a:cubicBezTo>
                <a:cubicBezTo>
                  <a:pt x="955579" y="2566734"/>
                  <a:pt x="143325" y="2186771"/>
                  <a:pt x="50984" y="1554818"/>
                </a:cubicBezTo>
                <a:cubicBezTo>
                  <a:pt x="-41358" y="922865"/>
                  <a:pt x="378641" y="247155"/>
                  <a:pt x="1005390" y="124369"/>
                </a:cubicBezTo>
                <a:lnTo>
                  <a:pt x="1235547" y="1299178"/>
                </a:lnTo>
                <a:lnTo>
                  <a:pt x="1235547" y="102036"/>
                </a:lnTo>
                <a:close/>
              </a:path>
              <a:path w="2467853" h="2500348" fill="none">
                <a:moveTo>
                  <a:pt x="1216497" y="114736"/>
                </a:moveTo>
                <a:cubicBezTo>
                  <a:pt x="1855161" y="114736"/>
                  <a:pt x="2518546" y="546854"/>
                  <a:pt x="2464791" y="1304802"/>
                </a:cubicBezTo>
                <a:cubicBezTo>
                  <a:pt x="2411036" y="2062750"/>
                  <a:pt x="1759816" y="2476571"/>
                  <a:pt x="1351165" y="2490724"/>
                </a:cubicBezTo>
                <a:cubicBezTo>
                  <a:pt x="942514" y="2504877"/>
                  <a:pt x="124275" y="2250271"/>
                  <a:pt x="12884" y="1389718"/>
                </a:cubicBezTo>
                <a:cubicBezTo>
                  <a:pt x="-79458" y="757765"/>
                  <a:pt x="313052" y="-156434"/>
                  <a:pt x="1563601" y="22877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4" name="원호 3"/>
          <p:cNvSpPr/>
          <p:nvPr/>
        </p:nvSpPr>
        <p:spPr>
          <a:xfrm>
            <a:off x="2139434" y="3143763"/>
            <a:ext cx="767839" cy="730129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0049 w 2435323"/>
              <a:gd name="connsiteY0" fmla="*/ 105033 h 2495236"/>
              <a:gd name="connsiteX1" fmla="*/ 2425791 w 2435323"/>
              <a:gd name="connsiteY1" fmla="*/ 1244298 h 2495236"/>
              <a:gd name="connsiteX2" fmla="*/ 1345667 w 2435323"/>
              <a:gd name="connsiteY2" fmla="*/ 2493721 h 2495236"/>
              <a:gd name="connsiteX3" fmla="*/ 45486 w 2435323"/>
              <a:gd name="connsiteY3" fmla="*/ 1557815 h 2495236"/>
              <a:gd name="connsiteX4" fmla="*/ 999892 w 2435323"/>
              <a:gd name="connsiteY4" fmla="*/ 127366 h 2495236"/>
              <a:gd name="connsiteX5" fmla="*/ 1230049 w 2435323"/>
              <a:gd name="connsiteY5" fmla="*/ 1302175 h 2495236"/>
              <a:gd name="connsiteX6" fmla="*/ 1230049 w 2435323"/>
              <a:gd name="connsiteY6" fmla="*/ 105033 h 2495236"/>
              <a:gd name="connsiteX0" fmla="*/ 1210999 w 2435323"/>
              <a:gd name="connsiteY0" fmla="*/ 117733 h 2495236"/>
              <a:gd name="connsiteX1" fmla="*/ 2432141 w 2435323"/>
              <a:gd name="connsiteY1" fmla="*/ 1504648 h 2495236"/>
              <a:gd name="connsiteX2" fmla="*/ 1345667 w 2435323"/>
              <a:gd name="connsiteY2" fmla="*/ 2493721 h 2495236"/>
              <a:gd name="connsiteX3" fmla="*/ 7386 w 2435323"/>
              <a:gd name="connsiteY3" fmla="*/ 1392715 h 2495236"/>
              <a:gd name="connsiteX4" fmla="*/ 1334241 w 2435323"/>
              <a:gd name="connsiteY4" fmla="*/ 0 h 2495236"/>
              <a:gd name="connsiteX0" fmla="*/ 1231098 w 2436372"/>
              <a:gd name="connsiteY0" fmla="*/ 106024 h 2496227"/>
              <a:gd name="connsiteX1" fmla="*/ 2426840 w 2436372"/>
              <a:gd name="connsiteY1" fmla="*/ 1245289 h 2496227"/>
              <a:gd name="connsiteX2" fmla="*/ 1346716 w 2436372"/>
              <a:gd name="connsiteY2" fmla="*/ 2494712 h 2496227"/>
              <a:gd name="connsiteX3" fmla="*/ 46535 w 2436372"/>
              <a:gd name="connsiteY3" fmla="*/ 1558806 h 2496227"/>
              <a:gd name="connsiteX4" fmla="*/ 1000941 w 2436372"/>
              <a:gd name="connsiteY4" fmla="*/ 128357 h 2496227"/>
              <a:gd name="connsiteX5" fmla="*/ 1231098 w 2436372"/>
              <a:gd name="connsiteY5" fmla="*/ 1303166 h 2496227"/>
              <a:gd name="connsiteX6" fmla="*/ 1231098 w 2436372"/>
              <a:gd name="connsiteY6" fmla="*/ 106024 h 2496227"/>
              <a:gd name="connsiteX0" fmla="*/ 1212048 w 2436372"/>
              <a:gd name="connsiteY0" fmla="*/ 118724 h 2496227"/>
              <a:gd name="connsiteX1" fmla="*/ 2433190 w 2436372"/>
              <a:gd name="connsiteY1" fmla="*/ 1505639 h 2496227"/>
              <a:gd name="connsiteX2" fmla="*/ 1346716 w 2436372"/>
              <a:gd name="connsiteY2" fmla="*/ 2494712 h 2496227"/>
              <a:gd name="connsiteX3" fmla="*/ 8435 w 2436372"/>
              <a:gd name="connsiteY3" fmla="*/ 1393706 h 2496227"/>
              <a:gd name="connsiteX4" fmla="*/ 1335290 w 2436372"/>
              <a:gd name="connsiteY4" fmla="*/ 991 h 2496227"/>
              <a:gd name="connsiteX0" fmla="*/ 1230413 w 2435687"/>
              <a:gd name="connsiteY0" fmla="*/ 50045 h 2440248"/>
              <a:gd name="connsiteX1" fmla="*/ 2426155 w 2435687"/>
              <a:gd name="connsiteY1" fmla="*/ 1189310 h 2440248"/>
              <a:gd name="connsiteX2" fmla="*/ 1346031 w 2435687"/>
              <a:gd name="connsiteY2" fmla="*/ 2438733 h 2440248"/>
              <a:gd name="connsiteX3" fmla="*/ 45850 w 2435687"/>
              <a:gd name="connsiteY3" fmla="*/ 1502827 h 2440248"/>
              <a:gd name="connsiteX4" fmla="*/ 1000256 w 2435687"/>
              <a:gd name="connsiteY4" fmla="*/ 72378 h 2440248"/>
              <a:gd name="connsiteX5" fmla="*/ 1230413 w 2435687"/>
              <a:gd name="connsiteY5" fmla="*/ 1247187 h 2440248"/>
              <a:gd name="connsiteX6" fmla="*/ 1230413 w 2435687"/>
              <a:gd name="connsiteY6" fmla="*/ 50045 h 2440248"/>
              <a:gd name="connsiteX0" fmla="*/ 1211363 w 2435687"/>
              <a:gd name="connsiteY0" fmla="*/ 62745 h 2440248"/>
              <a:gd name="connsiteX1" fmla="*/ 2432505 w 2435687"/>
              <a:gd name="connsiteY1" fmla="*/ 1449660 h 2440248"/>
              <a:gd name="connsiteX2" fmla="*/ 1346031 w 2435687"/>
              <a:gd name="connsiteY2" fmla="*/ 2438733 h 2440248"/>
              <a:gd name="connsiteX3" fmla="*/ 7750 w 2435687"/>
              <a:gd name="connsiteY3" fmla="*/ 1337727 h 2440248"/>
              <a:gd name="connsiteX4" fmla="*/ 1403111 w 2435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996"/>
              <a:gd name="connsiteX1" fmla="*/ 2426155 w 2432687"/>
              <a:gd name="connsiteY1" fmla="*/ 1189310 h 2440996"/>
              <a:gd name="connsiteX2" fmla="*/ 1346031 w 2432687"/>
              <a:gd name="connsiteY2" fmla="*/ 2438733 h 2440996"/>
              <a:gd name="connsiteX3" fmla="*/ 45850 w 2432687"/>
              <a:gd name="connsiteY3" fmla="*/ 1502827 h 2440996"/>
              <a:gd name="connsiteX4" fmla="*/ 1000256 w 2432687"/>
              <a:gd name="connsiteY4" fmla="*/ 72378 h 2440996"/>
              <a:gd name="connsiteX5" fmla="*/ 1230413 w 2432687"/>
              <a:gd name="connsiteY5" fmla="*/ 1247187 h 2440996"/>
              <a:gd name="connsiteX6" fmla="*/ 1230413 w 2432687"/>
              <a:gd name="connsiteY6" fmla="*/ 50045 h 2440996"/>
              <a:gd name="connsiteX0" fmla="*/ 1267414 w 2432687"/>
              <a:gd name="connsiteY0" fmla="*/ 106340 h 2440996"/>
              <a:gd name="connsiteX1" fmla="*/ 2432504 w 2432687"/>
              <a:gd name="connsiteY1" fmla="*/ 1580445 h 2440996"/>
              <a:gd name="connsiteX2" fmla="*/ 1346031 w 2432687"/>
              <a:gd name="connsiteY2" fmla="*/ 2438733 h 2440996"/>
              <a:gd name="connsiteX3" fmla="*/ 7750 w 2432687"/>
              <a:gd name="connsiteY3" fmla="*/ 1337727 h 2440996"/>
              <a:gd name="connsiteX4" fmla="*/ 1403111 w 2432687"/>
              <a:gd name="connsiteY4" fmla="*/ 1064 h 2440996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32504 w 2508004"/>
              <a:gd name="connsiteY1" fmla="*/ 1580445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11364 w 2508004"/>
              <a:gd name="connsiteY0" fmla="*/ 181074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29158 w 2506749"/>
              <a:gd name="connsiteY0" fmla="*/ 31387 h 2426031"/>
              <a:gd name="connsiteX1" fmla="*/ 2505860 w 2506749"/>
              <a:gd name="connsiteY1" fmla="*/ 1139512 h 2426031"/>
              <a:gd name="connsiteX2" fmla="*/ 1344776 w 2506749"/>
              <a:gd name="connsiteY2" fmla="*/ 2420075 h 2426031"/>
              <a:gd name="connsiteX3" fmla="*/ 44595 w 2506749"/>
              <a:gd name="connsiteY3" fmla="*/ 1484169 h 2426031"/>
              <a:gd name="connsiteX4" fmla="*/ 999001 w 2506749"/>
              <a:gd name="connsiteY4" fmla="*/ 53720 h 2426031"/>
              <a:gd name="connsiteX5" fmla="*/ 1229158 w 2506749"/>
              <a:gd name="connsiteY5" fmla="*/ 1228529 h 2426031"/>
              <a:gd name="connsiteX6" fmla="*/ 1229158 w 2506749"/>
              <a:gd name="connsiteY6" fmla="*/ 31387 h 2426031"/>
              <a:gd name="connsiteX0" fmla="*/ 1210109 w 2506749"/>
              <a:gd name="connsiteY0" fmla="*/ 162416 h 2426031"/>
              <a:gd name="connsiteX1" fmla="*/ 2468617 w 2506749"/>
              <a:gd name="connsiteY1" fmla="*/ 1487054 h 2426031"/>
              <a:gd name="connsiteX2" fmla="*/ 1344776 w 2506749"/>
              <a:gd name="connsiteY2" fmla="*/ 2420075 h 2426031"/>
              <a:gd name="connsiteX3" fmla="*/ 6495 w 2506749"/>
              <a:gd name="connsiteY3" fmla="*/ 1319069 h 2426031"/>
              <a:gd name="connsiteX4" fmla="*/ 1563778 w 2506749"/>
              <a:gd name="connsiteY4" fmla="*/ 1091 h 2426031"/>
              <a:gd name="connsiteX0" fmla="*/ 1229158 w 2506749"/>
              <a:gd name="connsiteY0" fmla="*/ 31387 h 2423957"/>
              <a:gd name="connsiteX1" fmla="*/ 2505860 w 2506749"/>
              <a:gd name="connsiteY1" fmla="*/ 1139512 h 2423957"/>
              <a:gd name="connsiteX2" fmla="*/ 1344776 w 2506749"/>
              <a:gd name="connsiteY2" fmla="*/ 2420075 h 2423957"/>
              <a:gd name="connsiteX3" fmla="*/ 44595 w 2506749"/>
              <a:gd name="connsiteY3" fmla="*/ 1484169 h 2423957"/>
              <a:gd name="connsiteX4" fmla="*/ 918036 w 2506749"/>
              <a:gd name="connsiteY4" fmla="*/ 16354 h 2423957"/>
              <a:gd name="connsiteX5" fmla="*/ 1229158 w 2506749"/>
              <a:gd name="connsiteY5" fmla="*/ 1228529 h 2423957"/>
              <a:gd name="connsiteX6" fmla="*/ 1229158 w 2506749"/>
              <a:gd name="connsiteY6" fmla="*/ 31387 h 2423957"/>
              <a:gd name="connsiteX0" fmla="*/ 1210109 w 2506749"/>
              <a:gd name="connsiteY0" fmla="*/ 162416 h 2423957"/>
              <a:gd name="connsiteX1" fmla="*/ 2468617 w 2506749"/>
              <a:gd name="connsiteY1" fmla="*/ 1487054 h 2423957"/>
              <a:gd name="connsiteX2" fmla="*/ 1344776 w 2506749"/>
              <a:gd name="connsiteY2" fmla="*/ 2420075 h 2423957"/>
              <a:gd name="connsiteX3" fmla="*/ 6495 w 2506749"/>
              <a:gd name="connsiteY3" fmla="*/ 1319069 h 2423957"/>
              <a:gd name="connsiteX4" fmla="*/ 1563778 w 2506749"/>
              <a:gd name="connsiteY4" fmla="*/ 1091 h 2423957"/>
              <a:gd name="connsiteX0" fmla="*/ 1254070 w 2506079"/>
              <a:gd name="connsiteY0" fmla="*/ 74982 h 2423957"/>
              <a:gd name="connsiteX1" fmla="*/ 2505860 w 2506079"/>
              <a:gd name="connsiteY1" fmla="*/ 1139512 h 2423957"/>
              <a:gd name="connsiteX2" fmla="*/ 1344776 w 2506079"/>
              <a:gd name="connsiteY2" fmla="*/ 2420075 h 2423957"/>
              <a:gd name="connsiteX3" fmla="*/ 44595 w 2506079"/>
              <a:gd name="connsiteY3" fmla="*/ 1484169 h 2423957"/>
              <a:gd name="connsiteX4" fmla="*/ 918036 w 2506079"/>
              <a:gd name="connsiteY4" fmla="*/ 16354 h 2423957"/>
              <a:gd name="connsiteX5" fmla="*/ 1229158 w 2506079"/>
              <a:gd name="connsiteY5" fmla="*/ 1228529 h 2423957"/>
              <a:gd name="connsiteX6" fmla="*/ 1254070 w 2506079"/>
              <a:gd name="connsiteY6" fmla="*/ 74982 h 2423957"/>
              <a:gd name="connsiteX0" fmla="*/ 1210109 w 2506079"/>
              <a:gd name="connsiteY0" fmla="*/ 162416 h 2423957"/>
              <a:gd name="connsiteX1" fmla="*/ 2468617 w 2506079"/>
              <a:gd name="connsiteY1" fmla="*/ 1487054 h 2423957"/>
              <a:gd name="connsiteX2" fmla="*/ 1344776 w 2506079"/>
              <a:gd name="connsiteY2" fmla="*/ 2420075 h 2423957"/>
              <a:gd name="connsiteX3" fmla="*/ 6495 w 2506079"/>
              <a:gd name="connsiteY3" fmla="*/ 1319069 h 2423957"/>
              <a:gd name="connsiteX4" fmla="*/ 1563778 w 2506079"/>
              <a:gd name="connsiteY4" fmla="*/ 1091 h 2423957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9402" h="2424198" stroke="0" extrusionOk="0">
                <a:moveTo>
                  <a:pt x="1297393" y="75223"/>
                </a:moveTo>
                <a:cubicBezTo>
                  <a:pt x="1936057" y="75223"/>
                  <a:pt x="2534065" y="748904"/>
                  <a:pt x="2549183" y="1139753"/>
                </a:cubicBezTo>
                <a:cubicBezTo>
                  <a:pt x="2564301" y="1530602"/>
                  <a:pt x="1798310" y="2362873"/>
                  <a:pt x="1388099" y="2420316"/>
                </a:cubicBezTo>
                <a:cubicBezTo>
                  <a:pt x="977888" y="2477759"/>
                  <a:pt x="159041" y="1885030"/>
                  <a:pt x="87918" y="1484410"/>
                </a:cubicBezTo>
                <a:cubicBezTo>
                  <a:pt x="16795" y="1083790"/>
                  <a:pt x="334610" y="139381"/>
                  <a:pt x="961359" y="16595"/>
                </a:cubicBezTo>
                <a:lnTo>
                  <a:pt x="1272481" y="1228770"/>
                </a:lnTo>
                <a:lnTo>
                  <a:pt x="1297393" y="75223"/>
                </a:lnTo>
                <a:close/>
              </a:path>
              <a:path w="2549402" h="2424198" fill="none">
                <a:moveTo>
                  <a:pt x="1253432" y="162657"/>
                </a:moveTo>
                <a:cubicBezTo>
                  <a:pt x="2471281" y="63012"/>
                  <a:pt x="2489496" y="1111019"/>
                  <a:pt x="2511940" y="1487295"/>
                </a:cubicBezTo>
                <a:cubicBezTo>
                  <a:pt x="2534384" y="1863571"/>
                  <a:pt x="1805719" y="2471149"/>
                  <a:pt x="1388099" y="2420316"/>
                </a:cubicBezTo>
                <a:cubicBezTo>
                  <a:pt x="970479" y="2369483"/>
                  <a:pt x="167435" y="2428974"/>
                  <a:pt x="6222" y="1182297"/>
                </a:cubicBezTo>
                <a:cubicBezTo>
                  <a:pt x="-86120" y="550344"/>
                  <a:pt x="868253" y="-31577"/>
                  <a:pt x="1607101" y="1332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047993" y="1577240"/>
            <a:ext cx="11386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ysClr val="windowText" lastClr="000000"/>
                </a:solidFill>
              </a:rPr>
              <a:t>65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%</a:t>
            </a:r>
          </a:p>
          <a:p>
            <a:pPr algn="ctr">
              <a:lnSpc>
                <a:spcPct val="150000"/>
              </a:lnSpc>
            </a:pPr>
            <a:r>
              <a:rPr lang="en-US" altLang="ko-KR" sz="900" dirty="0">
                <a:solidFill>
                  <a:sysClr val="windowText" lastClr="000000"/>
                </a:solidFill>
              </a:rPr>
              <a:t>CONTENTS A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1098530" y="4576098"/>
            <a:ext cx="296079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122" name="원호 121"/>
          <p:cNvSpPr/>
          <p:nvPr/>
        </p:nvSpPr>
        <p:spPr>
          <a:xfrm>
            <a:off x="5303343" y="2894672"/>
            <a:ext cx="1223388" cy="1223388"/>
          </a:xfrm>
          <a:prstGeom prst="arc">
            <a:avLst>
              <a:gd name="adj1" fmla="val 16200000"/>
              <a:gd name="adj2" fmla="val 6691873"/>
            </a:avLst>
          </a:prstGeom>
          <a:ln w="412750">
            <a:solidFill>
              <a:srgbClr val="FCB4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3" name="원호 3"/>
          <p:cNvSpPr/>
          <p:nvPr/>
        </p:nvSpPr>
        <p:spPr>
          <a:xfrm>
            <a:off x="5014757" y="2639677"/>
            <a:ext cx="1731482" cy="1754282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28584 w 2433858"/>
              <a:gd name="connsiteY0" fmla="*/ 107676 h 2497879"/>
              <a:gd name="connsiteX1" fmla="*/ 2424326 w 2433858"/>
              <a:gd name="connsiteY1" fmla="*/ 1246941 h 2497879"/>
              <a:gd name="connsiteX2" fmla="*/ 1344202 w 2433858"/>
              <a:gd name="connsiteY2" fmla="*/ 2496364 h 2497879"/>
              <a:gd name="connsiteX3" fmla="*/ 44021 w 2433858"/>
              <a:gd name="connsiteY3" fmla="*/ 1560458 h 2497879"/>
              <a:gd name="connsiteX4" fmla="*/ 998427 w 2433858"/>
              <a:gd name="connsiteY4" fmla="*/ 130009 h 2497879"/>
              <a:gd name="connsiteX5" fmla="*/ 1228584 w 2433858"/>
              <a:gd name="connsiteY5" fmla="*/ 1304818 h 2497879"/>
              <a:gd name="connsiteX6" fmla="*/ 1228584 w 2433858"/>
              <a:gd name="connsiteY6" fmla="*/ 107676 h 2497879"/>
              <a:gd name="connsiteX0" fmla="*/ 1209534 w 2433858"/>
              <a:gd name="connsiteY0" fmla="*/ 120376 h 2497879"/>
              <a:gd name="connsiteX1" fmla="*/ 2430676 w 2433858"/>
              <a:gd name="connsiteY1" fmla="*/ 1507291 h 2497879"/>
              <a:gd name="connsiteX2" fmla="*/ 1344202 w 2433858"/>
              <a:gd name="connsiteY2" fmla="*/ 2496364 h 2497879"/>
              <a:gd name="connsiteX3" fmla="*/ 5921 w 2433858"/>
              <a:gd name="connsiteY3" fmla="*/ 1395358 h 2497879"/>
              <a:gd name="connsiteX4" fmla="*/ 1549509 w 2433858"/>
              <a:gd name="connsiteY4" fmla="*/ 0 h 2497879"/>
              <a:gd name="connsiteX0" fmla="*/ 1230449 w 2435723"/>
              <a:gd name="connsiteY0" fmla="*/ 129960 h 2520163"/>
              <a:gd name="connsiteX1" fmla="*/ 2426191 w 2435723"/>
              <a:gd name="connsiteY1" fmla="*/ 1269225 h 2520163"/>
              <a:gd name="connsiteX2" fmla="*/ 1346067 w 2435723"/>
              <a:gd name="connsiteY2" fmla="*/ 2518648 h 2520163"/>
              <a:gd name="connsiteX3" fmla="*/ 45886 w 2435723"/>
              <a:gd name="connsiteY3" fmla="*/ 1582742 h 2520163"/>
              <a:gd name="connsiteX4" fmla="*/ 1000292 w 2435723"/>
              <a:gd name="connsiteY4" fmla="*/ 152293 h 2520163"/>
              <a:gd name="connsiteX5" fmla="*/ 1230449 w 2435723"/>
              <a:gd name="connsiteY5" fmla="*/ 1327102 h 2520163"/>
              <a:gd name="connsiteX6" fmla="*/ 1230449 w 2435723"/>
              <a:gd name="connsiteY6" fmla="*/ 129960 h 2520163"/>
              <a:gd name="connsiteX0" fmla="*/ 1211399 w 2435723"/>
              <a:gd name="connsiteY0" fmla="*/ 142660 h 2520163"/>
              <a:gd name="connsiteX1" fmla="*/ 2432541 w 2435723"/>
              <a:gd name="connsiteY1" fmla="*/ 1529575 h 2520163"/>
              <a:gd name="connsiteX2" fmla="*/ 1346067 w 2435723"/>
              <a:gd name="connsiteY2" fmla="*/ 2518648 h 2520163"/>
              <a:gd name="connsiteX3" fmla="*/ 7786 w 2435723"/>
              <a:gd name="connsiteY3" fmla="*/ 1417642 h 2520163"/>
              <a:gd name="connsiteX4" fmla="*/ 1551374 w 2435723"/>
              <a:gd name="connsiteY4" fmla="*/ 22284 h 2520163"/>
              <a:gd name="connsiteX0" fmla="*/ 1230384 w 2435658"/>
              <a:gd name="connsiteY0" fmla="*/ 102036 h 2492239"/>
              <a:gd name="connsiteX1" fmla="*/ 2426126 w 2435658"/>
              <a:gd name="connsiteY1" fmla="*/ 1241301 h 2492239"/>
              <a:gd name="connsiteX2" fmla="*/ 1346002 w 2435658"/>
              <a:gd name="connsiteY2" fmla="*/ 2490724 h 2492239"/>
              <a:gd name="connsiteX3" fmla="*/ 45821 w 2435658"/>
              <a:gd name="connsiteY3" fmla="*/ 1554818 h 2492239"/>
              <a:gd name="connsiteX4" fmla="*/ 1000227 w 2435658"/>
              <a:gd name="connsiteY4" fmla="*/ 124369 h 2492239"/>
              <a:gd name="connsiteX5" fmla="*/ 1230384 w 2435658"/>
              <a:gd name="connsiteY5" fmla="*/ 1299178 h 2492239"/>
              <a:gd name="connsiteX6" fmla="*/ 1230384 w 2435658"/>
              <a:gd name="connsiteY6" fmla="*/ 102036 h 2492239"/>
              <a:gd name="connsiteX0" fmla="*/ 1211334 w 2435658"/>
              <a:gd name="connsiteY0" fmla="*/ 114736 h 2492239"/>
              <a:gd name="connsiteX1" fmla="*/ 2432476 w 2435658"/>
              <a:gd name="connsiteY1" fmla="*/ 1501651 h 2492239"/>
              <a:gd name="connsiteX2" fmla="*/ 1346002 w 2435658"/>
              <a:gd name="connsiteY2" fmla="*/ 2490724 h 2492239"/>
              <a:gd name="connsiteX3" fmla="*/ 7721 w 2435658"/>
              <a:gd name="connsiteY3" fmla="*/ 1389718 h 2492239"/>
              <a:gd name="connsiteX4" fmla="*/ 1558438 w 2435658"/>
              <a:gd name="connsiteY4" fmla="*/ 22877 h 2492239"/>
              <a:gd name="connsiteX0" fmla="*/ 1235547 w 2440821"/>
              <a:gd name="connsiteY0" fmla="*/ 102036 h 2492239"/>
              <a:gd name="connsiteX1" fmla="*/ 2431289 w 2440821"/>
              <a:gd name="connsiteY1" fmla="*/ 1241301 h 2492239"/>
              <a:gd name="connsiteX2" fmla="*/ 1351165 w 2440821"/>
              <a:gd name="connsiteY2" fmla="*/ 2490724 h 2492239"/>
              <a:gd name="connsiteX3" fmla="*/ 50984 w 2440821"/>
              <a:gd name="connsiteY3" fmla="*/ 1554818 h 2492239"/>
              <a:gd name="connsiteX4" fmla="*/ 1005390 w 2440821"/>
              <a:gd name="connsiteY4" fmla="*/ 124369 h 2492239"/>
              <a:gd name="connsiteX5" fmla="*/ 1235547 w 2440821"/>
              <a:gd name="connsiteY5" fmla="*/ 1299178 h 2492239"/>
              <a:gd name="connsiteX6" fmla="*/ 1235547 w 2440821"/>
              <a:gd name="connsiteY6" fmla="*/ 102036 h 2492239"/>
              <a:gd name="connsiteX0" fmla="*/ 1216497 w 2440821"/>
              <a:gd name="connsiteY0" fmla="*/ 114736 h 2492239"/>
              <a:gd name="connsiteX1" fmla="*/ 2437639 w 2440821"/>
              <a:gd name="connsiteY1" fmla="*/ 1501651 h 2492239"/>
              <a:gd name="connsiteX2" fmla="*/ 1351165 w 2440821"/>
              <a:gd name="connsiteY2" fmla="*/ 2490724 h 2492239"/>
              <a:gd name="connsiteX3" fmla="*/ 12884 w 2440821"/>
              <a:gd name="connsiteY3" fmla="*/ 1389718 h 2492239"/>
              <a:gd name="connsiteX4" fmla="*/ 1563601 w 2440821"/>
              <a:gd name="connsiteY4" fmla="*/ 22877 h 2492239"/>
              <a:gd name="connsiteX0" fmla="*/ 1235547 w 2440821"/>
              <a:gd name="connsiteY0" fmla="*/ 102036 h 2500347"/>
              <a:gd name="connsiteX1" fmla="*/ 2424502 w 2440821"/>
              <a:gd name="connsiteY1" fmla="*/ 1098755 h 2500347"/>
              <a:gd name="connsiteX2" fmla="*/ 1351165 w 2440821"/>
              <a:gd name="connsiteY2" fmla="*/ 2490724 h 2500347"/>
              <a:gd name="connsiteX3" fmla="*/ 50984 w 2440821"/>
              <a:gd name="connsiteY3" fmla="*/ 1554818 h 2500347"/>
              <a:gd name="connsiteX4" fmla="*/ 1005390 w 2440821"/>
              <a:gd name="connsiteY4" fmla="*/ 124369 h 2500347"/>
              <a:gd name="connsiteX5" fmla="*/ 1235547 w 2440821"/>
              <a:gd name="connsiteY5" fmla="*/ 1299178 h 2500347"/>
              <a:gd name="connsiteX6" fmla="*/ 1235547 w 2440821"/>
              <a:gd name="connsiteY6" fmla="*/ 102036 h 2500347"/>
              <a:gd name="connsiteX0" fmla="*/ 1216497 w 2440821"/>
              <a:gd name="connsiteY0" fmla="*/ 114736 h 2500347"/>
              <a:gd name="connsiteX1" fmla="*/ 2437639 w 2440821"/>
              <a:gd name="connsiteY1" fmla="*/ 1501651 h 2500347"/>
              <a:gd name="connsiteX2" fmla="*/ 1351165 w 2440821"/>
              <a:gd name="connsiteY2" fmla="*/ 2490724 h 2500347"/>
              <a:gd name="connsiteX3" fmla="*/ 12884 w 2440821"/>
              <a:gd name="connsiteY3" fmla="*/ 1389718 h 2500347"/>
              <a:gd name="connsiteX4" fmla="*/ 1563601 w 2440821"/>
              <a:gd name="connsiteY4" fmla="*/ 22877 h 2500347"/>
              <a:gd name="connsiteX0" fmla="*/ 1235547 w 2521941"/>
              <a:gd name="connsiteY0" fmla="*/ 102036 h 2500348"/>
              <a:gd name="connsiteX1" fmla="*/ 2424502 w 2521941"/>
              <a:gd name="connsiteY1" fmla="*/ 1098755 h 2500348"/>
              <a:gd name="connsiteX2" fmla="*/ 1351165 w 2521941"/>
              <a:gd name="connsiteY2" fmla="*/ 2490724 h 2500348"/>
              <a:gd name="connsiteX3" fmla="*/ 50984 w 2521941"/>
              <a:gd name="connsiteY3" fmla="*/ 1554818 h 2500348"/>
              <a:gd name="connsiteX4" fmla="*/ 1005390 w 2521941"/>
              <a:gd name="connsiteY4" fmla="*/ 124369 h 2500348"/>
              <a:gd name="connsiteX5" fmla="*/ 1235547 w 2521941"/>
              <a:gd name="connsiteY5" fmla="*/ 1299178 h 2500348"/>
              <a:gd name="connsiteX6" fmla="*/ 1235547 w 2521941"/>
              <a:gd name="connsiteY6" fmla="*/ 102036 h 2500348"/>
              <a:gd name="connsiteX0" fmla="*/ 1216497 w 2521941"/>
              <a:gd name="connsiteY0" fmla="*/ 114736 h 2500348"/>
              <a:gd name="connsiteX1" fmla="*/ 2519095 w 2521941"/>
              <a:gd name="connsiteY1" fmla="*/ 1474500 h 2500348"/>
              <a:gd name="connsiteX2" fmla="*/ 1351165 w 2521941"/>
              <a:gd name="connsiteY2" fmla="*/ 2490724 h 2500348"/>
              <a:gd name="connsiteX3" fmla="*/ 12884 w 2521941"/>
              <a:gd name="connsiteY3" fmla="*/ 1389718 h 2500348"/>
              <a:gd name="connsiteX4" fmla="*/ 1563601 w 2521941"/>
              <a:gd name="connsiteY4" fmla="*/ 22877 h 2500348"/>
              <a:gd name="connsiteX0" fmla="*/ 1235547 w 2467853"/>
              <a:gd name="connsiteY0" fmla="*/ 102036 h 2500348"/>
              <a:gd name="connsiteX1" fmla="*/ 2424502 w 2467853"/>
              <a:gd name="connsiteY1" fmla="*/ 1098755 h 2500348"/>
              <a:gd name="connsiteX2" fmla="*/ 1351165 w 2467853"/>
              <a:gd name="connsiteY2" fmla="*/ 2490724 h 2500348"/>
              <a:gd name="connsiteX3" fmla="*/ 50984 w 2467853"/>
              <a:gd name="connsiteY3" fmla="*/ 1554818 h 2500348"/>
              <a:gd name="connsiteX4" fmla="*/ 1005390 w 2467853"/>
              <a:gd name="connsiteY4" fmla="*/ 124369 h 2500348"/>
              <a:gd name="connsiteX5" fmla="*/ 1235547 w 2467853"/>
              <a:gd name="connsiteY5" fmla="*/ 1299178 h 2500348"/>
              <a:gd name="connsiteX6" fmla="*/ 1235547 w 2467853"/>
              <a:gd name="connsiteY6" fmla="*/ 102036 h 2500348"/>
              <a:gd name="connsiteX0" fmla="*/ 1216497 w 2467853"/>
              <a:gd name="connsiteY0" fmla="*/ 114736 h 2500348"/>
              <a:gd name="connsiteX1" fmla="*/ 2464791 w 2467853"/>
              <a:gd name="connsiteY1" fmla="*/ 1304802 h 2500348"/>
              <a:gd name="connsiteX2" fmla="*/ 1351165 w 2467853"/>
              <a:gd name="connsiteY2" fmla="*/ 2490724 h 2500348"/>
              <a:gd name="connsiteX3" fmla="*/ 12884 w 2467853"/>
              <a:gd name="connsiteY3" fmla="*/ 1389718 h 2500348"/>
              <a:gd name="connsiteX4" fmla="*/ 1563601 w 2467853"/>
              <a:gd name="connsiteY4" fmla="*/ 22877 h 250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853" h="2500348" stroke="0" extrusionOk="0">
                <a:moveTo>
                  <a:pt x="1235547" y="102036"/>
                </a:moveTo>
                <a:cubicBezTo>
                  <a:pt x="1874211" y="102036"/>
                  <a:pt x="2393625" y="460838"/>
                  <a:pt x="2424502" y="1098755"/>
                </a:cubicBezTo>
                <a:cubicBezTo>
                  <a:pt x="2455379" y="1736672"/>
                  <a:pt x="1746751" y="2414714"/>
                  <a:pt x="1351165" y="2490724"/>
                </a:cubicBezTo>
                <a:cubicBezTo>
                  <a:pt x="955579" y="2566734"/>
                  <a:pt x="143325" y="2186771"/>
                  <a:pt x="50984" y="1554818"/>
                </a:cubicBezTo>
                <a:cubicBezTo>
                  <a:pt x="-41358" y="922865"/>
                  <a:pt x="378641" y="247155"/>
                  <a:pt x="1005390" y="124369"/>
                </a:cubicBezTo>
                <a:lnTo>
                  <a:pt x="1235547" y="1299178"/>
                </a:lnTo>
                <a:lnTo>
                  <a:pt x="1235547" y="102036"/>
                </a:lnTo>
                <a:close/>
              </a:path>
              <a:path w="2467853" h="2500348" fill="none">
                <a:moveTo>
                  <a:pt x="1216497" y="114736"/>
                </a:moveTo>
                <a:cubicBezTo>
                  <a:pt x="1855161" y="114736"/>
                  <a:pt x="2518546" y="546854"/>
                  <a:pt x="2464791" y="1304802"/>
                </a:cubicBezTo>
                <a:cubicBezTo>
                  <a:pt x="2411036" y="2062750"/>
                  <a:pt x="1759816" y="2476571"/>
                  <a:pt x="1351165" y="2490724"/>
                </a:cubicBezTo>
                <a:cubicBezTo>
                  <a:pt x="942514" y="2504877"/>
                  <a:pt x="124275" y="2250271"/>
                  <a:pt x="12884" y="1389718"/>
                </a:cubicBezTo>
                <a:cubicBezTo>
                  <a:pt x="-79458" y="757765"/>
                  <a:pt x="313052" y="-156434"/>
                  <a:pt x="1563601" y="22877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4" name="원호 3"/>
          <p:cNvSpPr/>
          <p:nvPr/>
        </p:nvSpPr>
        <p:spPr>
          <a:xfrm>
            <a:off x="5482211" y="3143763"/>
            <a:ext cx="767839" cy="730129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0049 w 2435323"/>
              <a:gd name="connsiteY0" fmla="*/ 105033 h 2495236"/>
              <a:gd name="connsiteX1" fmla="*/ 2425791 w 2435323"/>
              <a:gd name="connsiteY1" fmla="*/ 1244298 h 2495236"/>
              <a:gd name="connsiteX2" fmla="*/ 1345667 w 2435323"/>
              <a:gd name="connsiteY2" fmla="*/ 2493721 h 2495236"/>
              <a:gd name="connsiteX3" fmla="*/ 45486 w 2435323"/>
              <a:gd name="connsiteY3" fmla="*/ 1557815 h 2495236"/>
              <a:gd name="connsiteX4" fmla="*/ 999892 w 2435323"/>
              <a:gd name="connsiteY4" fmla="*/ 127366 h 2495236"/>
              <a:gd name="connsiteX5" fmla="*/ 1230049 w 2435323"/>
              <a:gd name="connsiteY5" fmla="*/ 1302175 h 2495236"/>
              <a:gd name="connsiteX6" fmla="*/ 1230049 w 2435323"/>
              <a:gd name="connsiteY6" fmla="*/ 105033 h 2495236"/>
              <a:gd name="connsiteX0" fmla="*/ 1210999 w 2435323"/>
              <a:gd name="connsiteY0" fmla="*/ 117733 h 2495236"/>
              <a:gd name="connsiteX1" fmla="*/ 2432141 w 2435323"/>
              <a:gd name="connsiteY1" fmla="*/ 1504648 h 2495236"/>
              <a:gd name="connsiteX2" fmla="*/ 1345667 w 2435323"/>
              <a:gd name="connsiteY2" fmla="*/ 2493721 h 2495236"/>
              <a:gd name="connsiteX3" fmla="*/ 7386 w 2435323"/>
              <a:gd name="connsiteY3" fmla="*/ 1392715 h 2495236"/>
              <a:gd name="connsiteX4" fmla="*/ 1334241 w 2435323"/>
              <a:gd name="connsiteY4" fmla="*/ 0 h 2495236"/>
              <a:gd name="connsiteX0" fmla="*/ 1231098 w 2436372"/>
              <a:gd name="connsiteY0" fmla="*/ 106024 h 2496227"/>
              <a:gd name="connsiteX1" fmla="*/ 2426840 w 2436372"/>
              <a:gd name="connsiteY1" fmla="*/ 1245289 h 2496227"/>
              <a:gd name="connsiteX2" fmla="*/ 1346716 w 2436372"/>
              <a:gd name="connsiteY2" fmla="*/ 2494712 h 2496227"/>
              <a:gd name="connsiteX3" fmla="*/ 46535 w 2436372"/>
              <a:gd name="connsiteY3" fmla="*/ 1558806 h 2496227"/>
              <a:gd name="connsiteX4" fmla="*/ 1000941 w 2436372"/>
              <a:gd name="connsiteY4" fmla="*/ 128357 h 2496227"/>
              <a:gd name="connsiteX5" fmla="*/ 1231098 w 2436372"/>
              <a:gd name="connsiteY5" fmla="*/ 1303166 h 2496227"/>
              <a:gd name="connsiteX6" fmla="*/ 1231098 w 2436372"/>
              <a:gd name="connsiteY6" fmla="*/ 106024 h 2496227"/>
              <a:gd name="connsiteX0" fmla="*/ 1212048 w 2436372"/>
              <a:gd name="connsiteY0" fmla="*/ 118724 h 2496227"/>
              <a:gd name="connsiteX1" fmla="*/ 2433190 w 2436372"/>
              <a:gd name="connsiteY1" fmla="*/ 1505639 h 2496227"/>
              <a:gd name="connsiteX2" fmla="*/ 1346716 w 2436372"/>
              <a:gd name="connsiteY2" fmla="*/ 2494712 h 2496227"/>
              <a:gd name="connsiteX3" fmla="*/ 8435 w 2436372"/>
              <a:gd name="connsiteY3" fmla="*/ 1393706 h 2496227"/>
              <a:gd name="connsiteX4" fmla="*/ 1335290 w 2436372"/>
              <a:gd name="connsiteY4" fmla="*/ 991 h 2496227"/>
              <a:gd name="connsiteX0" fmla="*/ 1230413 w 2435687"/>
              <a:gd name="connsiteY0" fmla="*/ 50045 h 2440248"/>
              <a:gd name="connsiteX1" fmla="*/ 2426155 w 2435687"/>
              <a:gd name="connsiteY1" fmla="*/ 1189310 h 2440248"/>
              <a:gd name="connsiteX2" fmla="*/ 1346031 w 2435687"/>
              <a:gd name="connsiteY2" fmla="*/ 2438733 h 2440248"/>
              <a:gd name="connsiteX3" fmla="*/ 45850 w 2435687"/>
              <a:gd name="connsiteY3" fmla="*/ 1502827 h 2440248"/>
              <a:gd name="connsiteX4" fmla="*/ 1000256 w 2435687"/>
              <a:gd name="connsiteY4" fmla="*/ 72378 h 2440248"/>
              <a:gd name="connsiteX5" fmla="*/ 1230413 w 2435687"/>
              <a:gd name="connsiteY5" fmla="*/ 1247187 h 2440248"/>
              <a:gd name="connsiteX6" fmla="*/ 1230413 w 2435687"/>
              <a:gd name="connsiteY6" fmla="*/ 50045 h 2440248"/>
              <a:gd name="connsiteX0" fmla="*/ 1211363 w 2435687"/>
              <a:gd name="connsiteY0" fmla="*/ 62745 h 2440248"/>
              <a:gd name="connsiteX1" fmla="*/ 2432505 w 2435687"/>
              <a:gd name="connsiteY1" fmla="*/ 1449660 h 2440248"/>
              <a:gd name="connsiteX2" fmla="*/ 1346031 w 2435687"/>
              <a:gd name="connsiteY2" fmla="*/ 2438733 h 2440248"/>
              <a:gd name="connsiteX3" fmla="*/ 7750 w 2435687"/>
              <a:gd name="connsiteY3" fmla="*/ 1337727 h 2440248"/>
              <a:gd name="connsiteX4" fmla="*/ 1403111 w 2435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996"/>
              <a:gd name="connsiteX1" fmla="*/ 2426155 w 2432687"/>
              <a:gd name="connsiteY1" fmla="*/ 1189310 h 2440996"/>
              <a:gd name="connsiteX2" fmla="*/ 1346031 w 2432687"/>
              <a:gd name="connsiteY2" fmla="*/ 2438733 h 2440996"/>
              <a:gd name="connsiteX3" fmla="*/ 45850 w 2432687"/>
              <a:gd name="connsiteY3" fmla="*/ 1502827 h 2440996"/>
              <a:gd name="connsiteX4" fmla="*/ 1000256 w 2432687"/>
              <a:gd name="connsiteY4" fmla="*/ 72378 h 2440996"/>
              <a:gd name="connsiteX5" fmla="*/ 1230413 w 2432687"/>
              <a:gd name="connsiteY5" fmla="*/ 1247187 h 2440996"/>
              <a:gd name="connsiteX6" fmla="*/ 1230413 w 2432687"/>
              <a:gd name="connsiteY6" fmla="*/ 50045 h 2440996"/>
              <a:gd name="connsiteX0" fmla="*/ 1267414 w 2432687"/>
              <a:gd name="connsiteY0" fmla="*/ 106340 h 2440996"/>
              <a:gd name="connsiteX1" fmla="*/ 2432504 w 2432687"/>
              <a:gd name="connsiteY1" fmla="*/ 1580445 h 2440996"/>
              <a:gd name="connsiteX2" fmla="*/ 1346031 w 2432687"/>
              <a:gd name="connsiteY2" fmla="*/ 2438733 h 2440996"/>
              <a:gd name="connsiteX3" fmla="*/ 7750 w 2432687"/>
              <a:gd name="connsiteY3" fmla="*/ 1337727 h 2440996"/>
              <a:gd name="connsiteX4" fmla="*/ 1403111 w 2432687"/>
              <a:gd name="connsiteY4" fmla="*/ 1064 h 2440996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32504 w 2508004"/>
              <a:gd name="connsiteY1" fmla="*/ 1580445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11364 w 2508004"/>
              <a:gd name="connsiteY0" fmla="*/ 181074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29158 w 2506749"/>
              <a:gd name="connsiteY0" fmla="*/ 31387 h 2426031"/>
              <a:gd name="connsiteX1" fmla="*/ 2505860 w 2506749"/>
              <a:gd name="connsiteY1" fmla="*/ 1139512 h 2426031"/>
              <a:gd name="connsiteX2" fmla="*/ 1344776 w 2506749"/>
              <a:gd name="connsiteY2" fmla="*/ 2420075 h 2426031"/>
              <a:gd name="connsiteX3" fmla="*/ 44595 w 2506749"/>
              <a:gd name="connsiteY3" fmla="*/ 1484169 h 2426031"/>
              <a:gd name="connsiteX4" fmla="*/ 999001 w 2506749"/>
              <a:gd name="connsiteY4" fmla="*/ 53720 h 2426031"/>
              <a:gd name="connsiteX5" fmla="*/ 1229158 w 2506749"/>
              <a:gd name="connsiteY5" fmla="*/ 1228529 h 2426031"/>
              <a:gd name="connsiteX6" fmla="*/ 1229158 w 2506749"/>
              <a:gd name="connsiteY6" fmla="*/ 31387 h 2426031"/>
              <a:gd name="connsiteX0" fmla="*/ 1210109 w 2506749"/>
              <a:gd name="connsiteY0" fmla="*/ 162416 h 2426031"/>
              <a:gd name="connsiteX1" fmla="*/ 2468617 w 2506749"/>
              <a:gd name="connsiteY1" fmla="*/ 1487054 h 2426031"/>
              <a:gd name="connsiteX2" fmla="*/ 1344776 w 2506749"/>
              <a:gd name="connsiteY2" fmla="*/ 2420075 h 2426031"/>
              <a:gd name="connsiteX3" fmla="*/ 6495 w 2506749"/>
              <a:gd name="connsiteY3" fmla="*/ 1319069 h 2426031"/>
              <a:gd name="connsiteX4" fmla="*/ 1563778 w 2506749"/>
              <a:gd name="connsiteY4" fmla="*/ 1091 h 2426031"/>
              <a:gd name="connsiteX0" fmla="*/ 1229158 w 2506749"/>
              <a:gd name="connsiteY0" fmla="*/ 31387 h 2423957"/>
              <a:gd name="connsiteX1" fmla="*/ 2505860 w 2506749"/>
              <a:gd name="connsiteY1" fmla="*/ 1139512 h 2423957"/>
              <a:gd name="connsiteX2" fmla="*/ 1344776 w 2506749"/>
              <a:gd name="connsiteY2" fmla="*/ 2420075 h 2423957"/>
              <a:gd name="connsiteX3" fmla="*/ 44595 w 2506749"/>
              <a:gd name="connsiteY3" fmla="*/ 1484169 h 2423957"/>
              <a:gd name="connsiteX4" fmla="*/ 918036 w 2506749"/>
              <a:gd name="connsiteY4" fmla="*/ 16354 h 2423957"/>
              <a:gd name="connsiteX5" fmla="*/ 1229158 w 2506749"/>
              <a:gd name="connsiteY5" fmla="*/ 1228529 h 2423957"/>
              <a:gd name="connsiteX6" fmla="*/ 1229158 w 2506749"/>
              <a:gd name="connsiteY6" fmla="*/ 31387 h 2423957"/>
              <a:gd name="connsiteX0" fmla="*/ 1210109 w 2506749"/>
              <a:gd name="connsiteY0" fmla="*/ 162416 h 2423957"/>
              <a:gd name="connsiteX1" fmla="*/ 2468617 w 2506749"/>
              <a:gd name="connsiteY1" fmla="*/ 1487054 h 2423957"/>
              <a:gd name="connsiteX2" fmla="*/ 1344776 w 2506749"/>
              <a:gd name="connsiteY2" fmla="*/ 2420075 h 2423957"/>
              <a:gd name="connsiteX3" fmla="*/ 6495 w 2506749"/>
              <a:gd name="connsiteY3" fmla="*/ 1319069 h 2423957"/>
              <a:gd name="connsiteX4" fmla="*/ 1563778 w 2506749"/>
              <a:gd name="connsiteY4" fmla="*/ 1091 h 2423957"/>
              <a:gd name="connsiteX0" fmla="*/ 1254070 w 2506079"/>
              <a:gd name="connsiteY0" fmla="*/ 74982 h 2423957"/>
              <a:gd name="connsiteX1" fmla="*/ 2505860 w 2506079"/>
              <a:gd name="connsiteY1" fmla="*/ 1139512 h 2423957"/>
              <a:gd name="connsiteX2" fmla="*/ 1344776 w 2506079"/>
              <a:gd name="connsiteY2" fmla="*/ 2420075 h 2423957"/>
              <a:gd name="connsiteX3" fmla="*/ 44595 w 2506079"/>
              <a:gd name="connsiteY3" fmla="*/ 1484169 h 2423957"/>
              <a:gd name="connsiteX4" fmla="*/ 918036 w 2506079"/>
              <a:gd name="connsiteY4" fmla="*/ 16354 h 2423957"/>
              <a:gd name="connsiteX5" fmla="*/ 1229158 w 2506079"/>
              <a:gd name="connsiteY5" fmla="*/ 1228529 h 2423957"/>
              <a:gd name="connsiteX6" fmla="*/ 1254070 w 2506079"/>
              <a:gd name="connsiteY6" fmla="*/ 74982 h 2423957"/>
              <a:gd name="connsiteX0" fmla="*/ 1210109 w 2506079"/>
              <a:gd name="connsiteY0" fmla="*/ 162416 h 2423957"/>
              <a:gd name="connsiteX1" fmla="*/ 2468617 w 2506079"/>
              <a:gd name="connsiteY1" fmla="*/ 1487054 h 2423957"/>
              <a:gd name="connsiteX2" fmla="*/ 1344776 w 2506079"/>
              <a:gd name="connsiteY2" fmla="*/ 2420075 h 2423957"/>
              <a:gd name="connsiteX3" fmla="*/ 6495 w 2506079"/>
              <a:gd name="connsiteY3" fmla="*/ 1319069 h 2423957"/>
              <a:gd name="connsiteX4" fmla="*/ 1563778 w 2506079"/>
              <a:gd name="connsiteY4" fmla="*/ 1091 h 2423957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9402" h="2424198" stroke="0" extrusionOk="0">
                <a:moveTo>
                  <a:pt x="1297393" y="75223"/>
                </a:moveTo>
                <a:cubicBezTo>
                  <a:pt x="1936057" y="75223"/>
                  <a:pt x="2534065" y="748904"/>
                  <a:pt x="2549183" y="1139753"/>
                </a:cubicBezTo>
                <a:cubicBezTo>
                  <a:pt x="2564301" y="1530602"/>
                  <a:pt x="1798310" y="2362873"/>
                  <a:pt x="1388099" y="2420316"/>
                </a:cubicBezTo>
                <a:cubicBezTo>
                  <a:pt x="977888" y="2477759"/>
                  <a:pt x="159041" y="1885030"/>
                  <a:pt x="87918" y="1484410"/>
                </a:cubicBezTo>
                <a:cubicBezTo>
                  <a:pt x="16795" y="1083790"/>
                  <a:pt x="334610" y="139381"/>
                  <a:pt x="961359" y="16595"/>
                </a:cubicBezTo>
                <a:lnTo>
                  <a:pt x="1272481" y="1228770"/>
                </a:lnTo>
                <a:lnTo>
                  <a:pt x="1297393" y="75223"/>
                </a:lnTo>
                <a:close/>
              </a:path>
              <a:path w="2549402" h="2424198" fill="none">
                <a:moveTo>
                  <a:pt x="1253432" y="162657"/>
                </a:moveTo>
                <a:cubicBezTo>
                  <a:pt x="2471281" y="63012"/>
                  <a:pt x="2489496" y="1111019"/>
                  <a:pt x="2511940" y="1487295"/>
                </a:cubicBezTo>
                <a:cubicBezTo>
                  <a:pt x="2534384" y="1863571"/>
                  <a:pt x="1805719" y="2471149"/>
                  <a:pt x="1388099" y="2420316"/>
                </a:cubicBezTo>
                <a:cubicBezTo>
                  <a:pt x="970479" y="2369483"/>
                  <a:pt x="167435" y="2428974"/>
                  <a:pt x="6222" y="1182297"/>
                </a:cubicBezTo>
                <a:cubicBezTo>
                  <a:pt x="-86120" y="550344"/>
                  <a:pt x="868253" y="-31577"/>
                  <a:pt x="1607101" y="1332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390770" y="1577240"/>
            <a:ext cx="11386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ysClr val="windowText" lastClr="000000"/>
                </a:solidFill>
              </a:rPr>
              <a:t>65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%</a:t>
            </a:r>
          </a:p>
          <a:p>
            <a:pPr algn="ctr">
              <a:lnSpc>
                <a:spcPct val="150000"/>
              </a:lnSpc>
            </a:pPr>
            <a:r>
              <a:rPr lang="en-US" altLang="ko-KR" sz="900" dirty="0">
                <a:solidFill>
                  <a:sysClr val="windowText" lastClr="000000"/>
                </a:solidFill>
              </a:rPr>
              <a:t>CONTENTS A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4441307" y="4576098"/>
            <a:ext cx="296079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Enjoy your stylish business and campus life with BIZCAM </a:t>
            </a:r>
          </a:p>
        </p:txBody>
      </p:sp>
      <p:sp>
        <p:nvSpPr>
          <p:cNvPr id="127" name="원호 126"/>
          <p:cNvSpPr/>
          <p:nvPr/>
        </p:nvSpPr>
        <p:spPr>
          <a:xfrm>
            <a:off x="8646120" y="2894672"/>
            <a:ext cx="1223388" cy="1223388"/>
          </a:xfrm>
          <a:prstGeom prst="arc">
            <a:avLst>
              <a:gd name="adj1" fmla="val 16200000"/>
              <a:gd name="adj2" fmla="val 6691873"/>
            </a:avLst>
          </a:prstGeom>
          <a:ln w="412750">
            <a:solidFill>
              <a:srgbClr val="FCB4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8" name="원호 3"/>
          <p:cNvSpPr/>
          <p:nvPr/>
        </p:nvSpPr>
        <p:spPr>
          <a:xfrm>
            <a:off x="8357534" y="2639677"/>
            <a:ext cx="1731482" cy="1754282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28584 w 2433858"/>
              <a:gd name="connsiteY0" fmla="*/ 107676 h 2497879"/>
              <a:gd name="connsiteX1" fmla="*/ 2424326 w 2433858"/>
              <a:gd name="connsiteY1" fmla="*/ 1246941 h 2497879"/>
              <a:gd name="connsiteX2" fmla="*/ 1344202 w 2433858"/>
              <a:gd name="connsiteY2" fmla="*/ 2496364 h 2497879"/>
              <a:gd name="connsiteX3" fmla="*/ 44021 w 2433858"/>
              <a:gd name="connsiteY3" fmla="*/ 1560458 h 2497879"/>
              <a:gd name="connsiteX4" fmla="*/ 998427 w 2433858"/>
              <a:gd name="connsiteY4" fmla="*/ 130009 h 2497879"/>
              <a:gd name="connsiteX5" fmla="*/ 1228584 w 2433858"/>
              <a:gd name="connsiteY5" fmla="*/ 1304818 h 2497879"/>
              <a:gd name="connsiteX6" fmla="*/ 1228584 w 2433858"/>
              <a:gd name="connsiteY6" fmla="*/ 107676 h 2497879"/>
              <a:gd name="connsiteX0" fmla="*/ 1209534 w 2433858"/>
              <a:gd name="connsiteY0" fmla="*/ 120376 h 2497879"/>
              <a:gd name="connsiteX1" fmla="*/ 2430676 w 2433858"/>
              <a:gd name="connsiteY1" fmla="*/ 1507291 h 2497879"/>
              <a:gd name="connsiteX2" fmla="*/ 1344202 w 2433858"/>
              <a:gd name="connsiteY2" fmla="*/ 2496364 h 2497879"/>
              <a:gd name="connsiteX3" fmla="*/ 5921 w 2433858"/>
              <a:gd name="connsiteY3" fmla="*/ 1395358 h 2497879"/>
              <a:gd name="connsiteX4" fmla="*/ 1549509 w 2433858"/>
              <a:gd name="connsiteY4" fmla="*/ 0 h 2497879"/>
              <a:gd name="connsiteX0" fmla="*/ 1230449 w 2435723"/>
              <a:gd name="connsiteY0" fmla="*/ 129960 h 2520163"/>
              <a:gd name="connsiteX1" fmla="*/ 2426191 w 2435723"/>
              <a:gd name="connsiteY1" fmla="*/ 1269225 h 2520163"/>
              <a:gd name="connsiteX2" fmla="*/ 1346067 w 2435723"/>
              <a:gd name="connsiteY2" fmla="*/ 2518648 h 2520163"/>
              <a:gd name="connsiteX3" fmla="*/ 45886 w 2435723"/>
              <a:gd name="connsiteY3" fmla="*/ 1582742 h 2520163"/>
              <a:gd name="connsiteX4" fmla="*/ 1000292 w 2435723"/>
              <a:gd name="connsiteY4" fmla="*/ 152293 h 2520163"/>
              <a:gd name="connsiteX5" fmla="*/ 1230449 w 2435723"/>
              <a:gd name="connsiteY5" fmla="*/ 1327102 h 2520163"/>
              <a:gd name="connsiteX6" fmla="*/ 1230449 w 2435723"/>
              <a:gd name="connsiteY6" fmla="*/ 129960 h 2520163"/>
              <a:gd name="connsiteX0" fmla="*/ 1211399 w 2435723"/>
              <a:gd name="connsiteY0" fmla="*/ 142660 h 2520163"/>
              <a:gd name="connsiteX1" fmla="*/ 2432541 w 2435723"/>
              <a:gd name="connsiteY1" fmla="*/ 1529575 h 2520163"/>
              <a:gd name="connsiteX2" fmla="*/ 1346067 w 2435723"/>
              <a:gd name="connsiteY2" fmla="*/ 2518648 h 2520163"/>
              <a:gd name="connsiteX3" fmla="*/ 7786 w 2435723"/>
              <a:gd name="connsiteY3" fmla="*/ 1417642 h 2520163"/>
              <a:gd name="connsiteX4" fmla="*/ 1551374 w 2435723"/>
              <a:gd name="connsiteY4" fmla="*/ 22284 h 2520163"/>
              <a:gd name="connsiteX0" fmla="*/ 1230384 w 2435658"/>
              <a:gd name="connsiteY0" fmla="*/ 102036 h 2492239"/>
              <a:gd name="connsiteX1" fmla="*/ 2426126 w 2435658"/>
              <a:gd name="connsiteY1" fmla="*/ 1241301 h 2492239"/>
              <a:gd name="connsiteX2" fmla="*/ 1346002 w 2435658"/>
              <a:gd name="connsiteY2" fmla="*/ 2490724 h 2492239"/>
              <a:gd name="connsiteX3" fmla="*/ 45821 w 2435658"/>
              <a:gd name="connsiteY3" fmla="*/ 1554818 h 2492239"/>
              <a:gd name="connsiteX4" fmla="*/ 1000227 w 2435658"/>
              <a:gd name="connsiteY4" fmla="*/ 124369 h 2492239"/>
              <a:gd name="connsiteX5" fmla="*/ 1230384 w 2435658"/>
              <a:gd name="connsiteY5" fmla="*/ 1299178 h 2492239"/>
              <a:gd name="connsiteX6" fmla="*/ 1230384 w 2435658"/>
              <a:gd name="connsiteY6" fmla="*/ 102036 h 2492239"/>
              <a:gd name="connsiteX0" fmla="*/ 1211334 w 2435658"/>
              <a:gd name="connsiteY0" fmla="*/ 114736 h 2492239"/>
              <a:gd name="connsiteX1" fmla="*/ 2432476 w 2435658"/>
              <a:gd name="connsiteY1" fmla="*/ 1501651 h 2492239"/>
              <a:gd name="connsiteX2" fmla="*/ 1346002 w 2435658"/>
              <a:gd name="connsiteY2" fmla="*/ 2490724 h 2492239"/>
              <a:gd name="connsiteX3" fmla="*/ 7721 w 2435658"/>
              <a:gd name="connsiteY3" fmla="*/ 1389718 h 2492239"/>
              <a:gd name="connsiteX4" fmla="*/ 1558438 w 2435658"/>
              <a:gd name="connsiteY4" fmla="*/ 22877 h 2492239"/>
              <a:gd name="connsiteX0" fmla="*/ 1235547 w 2440821"/>
              <a:gd name="connsiteY0" fmla="*/ 102036 h 2492239"/>
              <a:gd name="connsiteX1" fmla="*/ 2431289 w 2440821"/>
              <a:gd name="connsiteY1" fmla="*/ 1241301 h 2492239"/>
              <a:gd name="connsiteX2" fmla="*/ 1351165 w 2440821"/>
              <a:gd name="connsiteY2" fmla="*/ 2490724 h 2492239"/>
              <a:gd name="connsiteX3" fmla="*/ 50984 w 2440821"/>
              <a:gd name="connsiteY3" fmla="*/ 1554818 h 2492239"/>
              <a:gd name="connsiteX4" fmla="*/ 1005390 w 2440821"/>
              <a:gd name="connsiteY4" fmla="*/ 124369 h 2492239"/>
              <a:gd name="connsiteX5" fmla="*/ 1235547 w 2440821"/>
              <a:gd name="connsiteY5" fmla="*/ 1299178 h 2492239"/>
              <a:gd name="connsiteX6" fmla="*/ 1235547 w 2440821"/>
              <a:gd name="connsiteY6" fmla="*/ 102036 h 2492239"/>
              <a:gd name="connsiteX0" fmla="*/ 1216497 w 2440821"/>
              <a:gd name="connsiteY0" fmla="*/ 114736 h 2492239"/>
              <a:gd name="connsiteX1" fmla="*/ 2437639 w 2440821"/>
              <a:gd name="connsiteY1" fmla="*/ 1501651 h 2492239"/>
              <a:gd name="connsiteX2" fmla="*/ 1351165 w 2440821"/>
              <a:gd name="connsiteY2" fmla="*/ 2490724 h 2492239"/>
              <a:gd name="connsiteX3" fmla="*/ 12884 w 2440821"/>
              <a:gd name="connsiteY3" fmla="*/ 1389718 h 2492239"/>
              <a:gd name="connsiteX4" fmla="*/ 1563601 w 2440821"/>
              <a:gd name="connsiteY4" fmla="*/ 22877 h 2492239"/>
              <a:gd name="connsiteX0" fmla="*/ 1235547 w 2440821"/>
              <a:gd name="connsiteY0" fmla="*/ 102036 h 2500347"/>
              <a:gd name="connsiteX1" fmla="*/ 2424502 w 2440821"/>
              <a:gd name="connsiteY1" fmla="*/ 1098755 h 2500347"/>
              <a:gd name="connsiteX2" fmla="*/ 1351165 w 2440821"/>
              <a:gd name="connsiteY2" fmla="*/ 2490724 h 2500347"/>
              <a:gd name="connsiteX3" fmla="*/ 50984 w 2440821"/>
              <a:gd name="connsiteY3" fmla="*/ 1554818 h 2500347"/>
              <a:gd name="connsiteX4" fmla="*/ 1005390 w 2440821"/>
              <a:gd name="connsiteY4" fmla="*/ 124369 h 2500347"/>
              <a:gd name="connsiteX5" fmla="*/ 1235547 w 2440821"/>
              <a:gd name="connsiteY5" fmla="*/ 1299178 h 2500347"/>
              <a:gd name="connsiteX6" fmla="*/ 1235547 w 2440821"/>
              <a:gd name="connsiteY6" fmla="*/ 102036 h 2500347"/>
              <a:gd name="connsiteX0" fmla="*/ 1216497 w 2440821"/>
              <a:gd name="connsiteY0" fmla="*/ 114736 h 2500347"/>
              <a:gd name="connsiteX1" fmla="*/ 2437639 w 2440821"/>
              <a:gd name="connsiteY1" fmla="*/ 1501651 h 2500347"/>
              <a:gd name="connsiteX2" fmla="*/ 1351165 w 2440821"/>
              <a:gd name="connsiteY2" fmla="*/ 2490724 h 2500347"/>
              <a:gd name="connsiteX3" fmla="*/ 12884 w 2440821"/>
              <a:gd name="connsiteY3" fmla="*/ 1389718 h 2500347"/>
              <a:gd name="connsiteX4" fmla="*/ 1563601 w 2440821"/>
              <a:gd name="connsiteY4" fmla="*/ 22877 h 2500347"/>
              <a:gd name="connsiteX0" fmla="*/ 1235547 w 2521941"/>
              <a:gd name="connsiteY0" fmla="*/ 102036 h 2500348"/>
              <a:gd name="connsiteX1" fmla="*/ 2424502 w 2521941"/>
              <a:gd name="connsiteY1" fmla="*/ 1098755 h 2500348"/>
              <a:gd name="connsiteX2" fmla="*/ 1351165 w 2521941"/>
              <a:gd name="connsiteY2" fmla="*/ 2490724 h 2500348"/>
              <a:gd name="connsiteX3" fmla="*/ 50984 w 2521941"/>
              <a:gd name="connsiteY3" fmla="*/ 1554818 h 2500348"/>
              <a:gd name="connsiteX4" fmla="*/ 1005390 w 2521941"/>
              <a:gd name="connsiteY4" fmla="*/ 124369 h 2500348"/>
              <a:gd name="connsiteX5" fmla="*/ 1235547 w 2521941"/>
              <a:gd name="connsiteY5" fmla="*/ 1299178 h 2500348"/>
              <a:gd name="connsiteX6" fmla="*/ 1235547 w 2521941"/>
              <a:gd name="connsiteY6" fmla="*/ 102036 h 2500348"/>
              <a:gd name="connsiteX0" fmla="*/ 1216497 w 2521941"/>
              <a:gd name="connsiteY0" fmla="*/ 114736 h 2500348"/>
              <a:gd name="connsiteX1" fmla="*/ 2519095 w 2521941"/>
              <a:gd name="connsiteY1" fmla="*/ 1474500 h 2500348"/>
              <a:gd name="connsiteX2" fmla="*/ 1351165 w 2521941"/>
              <a:gd name="connsiteY2" fmla="*/ 2490724 h 2500348"/>
              <a:gd name="connsiteX3" fmla="*/ 12884 w 2521941"/>
              <a:gd name="connsiteY3" fmla="*/ 1389718 h 2500348"/>
              <a:gd name="connsiteX4" fmla="*/ 1563601 w 2521941"/>
              <a:gd name="connsiteY4" fmla="*/ 22877 h 2500348"/>
              <a:gd name="connsiteX0" fmla="*/ 1235547 w 2467853"/>
              <a:gd name="connsiteY0" fmla="*/ 102036 h 2500348"/>
              <a:gd name="connsiteX1" fmla="*/ 2424502 w 2467853"/>
              <a:gd name="connsiteY1" fmla="*/ 1098755 h 2500348"/>
              <a:gd name="connsiteX2" fmla="*/ 1351165 w 2467853"/>
              <a:gd name="connsiteY2" fmla="*/ 2490724 h 2500348"/>
              <a:gd name="connsiteX3" fmla="*/ 50984 w 2467853"/>
              <a:gd name="connsiteY3" fmla="*/ 1554818 h 2500348"/>
              <a:gd name="connsiteX4" fmla="*/ 1005390 w 2467853"/>
              <a:gd name="connsiteY4" fmla="*/ 124369 h 2500348"/>
              <a:gd name="connsiteX5" fmla="*/ 1235547 w 2467853"/>
              <a:gd name="connsiteY5" fmla="*/ 1299178 h 2500348"/>
              <a:gd name="connsiteX6" fmla="*/ 1235547 w 2467853"/>
              <a:gd name="connsiteY6" fmla="*/ 102036 h 2500348"/>
              <a:gd name="connsiteX0" fmla="*/ 1216497 w 2467853"/>
              <a:gd name="connsiteY0" fmla="*/ 114736 h 2500348"/>
              <a:gd name="connsiteX1" fmla="*/ 2464791 w 2467853"/>
              <a:gd name="connsiteY1" fmla="*/ 1304802 h 2500348"/>
              <a:gd name="connsiteX2" fmla="*/ 1351165 w 2467853"/>
              <a:gd name="connsiteY2" fmla="*/ 2490724 h 2500348"/>
              <a:gd name="connsiteX3" fmla="*/ 12884 w 2467853"/>
              <a:gd name="connsiteY3" fmla="*/ 1389718 h 2500348"/>
              <a:gd name="connsiteX4" fmla="*/ 1563601 w 2467853"/>
              <a:gd name="connsiteY4" fmla="*/ 22877 h 250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853" h="2500348" stroke="0" extrusionOk="0">
                <a:moveTo>
                  <a:pt x="1235547" y="102036"/>
                </a:moveTo>
                <a:cubicBezTo>
                  <a:pt x="1874211" y="102036"/>
                  <a:pt x="2393625" y="460838"/>
                  <a:pt x="2424502" y="1098755"/>
                </a:cubicBezTo>
                <a:cubicBezTo>
                  <a:pt x="2455379" y="1736672"/>
                  <a:pt x="1746751" y="2414714"/>
                  <a:pt x="1351165" y="2490724"/>
                </a:cubicBezTo>
                <a:cubicBezTo>
                  <a:pt x="955579" y="2566734"/>
                  <a:pt x="143325" y="2186771"/>
                  <a:pt x="50984" y="1554818"/>
                </a:cubicBezTo>
                <a:cubicBezTo>
                  <a:pt x="-41358" y="922865"/>
                  <a:pt x="378641" y="247155"/>
                  <a:pt x="1005390" y="124369"/>
                </a:cubicBezTo>
                <a:lnTo>
                  <a:pt x="1235547" y="1299178"/>
                </a:lnTo>
                <a:lnTo>
                  <a:pt x="1235547" y="102036"/>
                </a:lnTo>
                <a:close/>
              </a:path>
              <a:path w="2467853" h="2500348" fill="none">
                <a:moveTo>
                  <a:pt x="1216497" y="114736"/>
                </a:moveTo>
                <a:cubicBezTo>
                  <a:pt x="1855161" y="114736"/>
                  <a:pt x="2518546" y="546854"/>
                  <a:pt x="2464791" y="1304802"/>
                </a:cubicBezTo>
                <a:cubicBezTo>
                  <a:pt x="2411036" y="2062750"/>
                  <a:pt x="1759816" y="2476571"/>
                  <a:pt x="1351165" y="2490724"/>
                </a:cubicBezTo>
                <a:cubicBezTo>
                  <a:pt x="942514" y="2504877"/>
                  <a:pt x="124275" y="2250271"/>
                  <a:pt x="12884" y="1389718"/>
                </a:cubicBezTo>
                <a:cubicBezTo>
                  <a:pt x="-79458" y="757765"/>
                  <a:pt x="313052" y="-156434"/>
                  <a:pt x="1563601" y="22877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9" name="원호 3"/>
          <p:cNvSpPr/>
          <p:nvPr/>
        </p:nvSpPr>
        <p:spPr>
          <a:xfrm>
            <a:off x="8824988" y="3143763"/>
            <a:ext cx="767839" cy="730129"/>
          </a:xfrm>
          <a:custGeom>
            <a:avLst/>
            <a:gdLst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5" fmla="*/ 1197142 w 2394284"/>
              <a:gd name="connsiteY5" fmla="*/ 1197142 h 2394284"/>
              <a:gd name="connsiteX6" fmla="*/ 1197142 w 2394284"/>
              <a:gd name="connsiteY6" fmla="*/ 0 h 2394284"/>
              <a:gd name="connsiteX0" fmla="*/ 1197142 w 2394284"/>
              <a:gd name="connsiteY0" fmla="*/ 0 h 2394284"/>
              <a:gd name="connsiteX1" fmla="*/ 2392884 w 2394284"/>
              <a:gd name="connsiteY1" fmla="*/ 1139265 h 2394284"/>
              <a:gd name="connsiteX2" fmla="*/ 1312760 w 2394284"/>
              <a:gd name="connsiteY2" fmla="*/ 2388688 h 2394284"/>
              <a:gd name="connsiteX3" fmla="*/ 12579 w 2394284"/>
              <a:gd name="connsiteY3" fmla="*/ 1370232 h 2394284"/>
              <a:gd name="connsiteX4" fmla="*/ 966985 w 2394284"/>
              <a:gd name="connsiteY4" fmla="*/ 22333 h 2394284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197278 w 2394442"/>
              <a:gd name="connsiteY0" fmla="*/ 1237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967121 w 2394442"/>
              <a:gd name="connsiteY4" fmla="*/ 146050 h 2518075"/>
              <a:gd name="connsiteX5" fmla="*/ 1197278 w 2394442"/>
              <a:gd name="connsiteY5" fmla="*/ 1320859 h 2518075"/>
              <a:gd name="connsiteX6" fmla="*/ 1197278 w 2394442"/>
              <a:gd name="connsiteY6" fmla="*/ 123717 h 2518075"/>
              <a:gd name="connsiteX0" fmla="*/ 1178228 w 2394442"/>
              <a:gd name="connsiteY0" fmla="*/ 136417 h 2518075"/>
              <a:gd name="connsiteX1" fmla="*/ 2393020 w 2394442"/>
              <a:gd name="connsiteY1" fmla="*/ 1262982 h 2518075"/>
              <a:gd name="connsiteX2" fmla="*/ 1312896 w 2394442"/>
              <a:gd name="connsiteY2" fmla="*/ 2512405 h 2518075"/>
              <a:gd name="connsiteX3" fmla="*/ 12715 w 2394442"/>
              <a:gd name="connsiteY3" fmla="*/ 1493949 h 2518075"/>
              <a:gd name="connsiteX4" fmla="*/ 1189371 w 2394442"/>
              <a:gd name="connsiteY4" fmla="*/ 0 h 2518075"/>
              <a:gd name="connsiteX0" fmla="*/ 1231124 w 2428288"/>
              <a:gd name="connsiteY0" fmla="*/ 1237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46561 w 2428288"/>
              <a:gd name="connsiteY3" fmla="*/ 1493949 h 2518075"/>
              <a:gd name="connsiteX4" fmla="*/ 1000967 w 2428288"/>
              <a:gd name="connsiteY4" fmla="*/ 146050 h 2518075"/>
              <a:gd name="connsiteX5" fmla="*/ 1231124 w 2428288"/>
              <a:gd name="connsiteY5" fmla="*/ 1320859 h 2518075"/>
              <a:gd name="connsiteX6" fmla="*/ 1231124 w 2428288"/>
              <a:gd name="connsiteY6" fmla="*/ 123717 h 2518075"/>
              <a:gd name="connsiteX0" fmla="*/ 1212074 w 2428288"/>
              <a:gd name="connsiteY0" fmla="*/ 136417 h 2518075"/>
              <a:gd name="connsiteX1" fmla="*/ 2426866 w 2428288"/>
              <a:gd name="connsiteY1" fmla="*/ 1262982 h 2518075"/>
              <a:gd name="connsiteX2" fmla="*/ 1346742 w 2428288"/>
              <a:gd name="connsiteY2" fmla="*/ 2512405 h 2518075"/>
              <a:gd name="connsiteX3" fmla="*/ 8461 w 2428288"/>
              <a:gd name="connsiteY3" fmla="*/ 1411399 h 2518075"/>
              <a:gd name="connsiteX4" fmla="*/ 1223217 w 2428288"/>
              <a:gd name="connsiteY4" fmla="*/ 0 h 2518075"/>
              <a:gd name="connsiteX0" fmla="*/ 1231124 w 2428719"/>
              <a:gd name="connsiteY0" fmla="*/ 1237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46561 w 2428719"/>
              <a:gd name="connsiteY3" fmla="*/ 1493949 h 2513371"/>
              <a:gd name="connsiteX4" fmla="*/ 1000967 w 2428719"/>
              <a:gd name="connsiteY4" fmla="*/ 146050 h 2513371"/>
              <a:gd name="connsiteX5" fmla="*/ 1231124 w 2428719"/>
              <a:gd name="connsiteY5" fmla="*/ 1320859 h 2513371"/>
              <a:gd name="connsiteX6" fmla="*/ 1231124 w 2428719"/>
              <a:gd name="connsiteY6" fmla="*/ 123717 h 2513371"/>
              <a:gd name="connsiteX0" fmla="*/ 1212074 w 2428719"/>
              <a:gd name="connsiteY0" fmla="*/ 136417 h 2513371"/>
              <a:gd name="connsiteX1" fmla="*/ 2426866 w 2428719"/>
              <a:gd name="connsiteY1" fmla="*/ 1262982 h 2513371"/>
              <a:gd name="connsiteX2" fmla="*/ 1346742 w 2428719"/>
              <a:gd name="connsiteY2" fmla="*/ 2512405 h 2513371"/>
              <a:gd name="connsiteX3" fmla="*/ 8461 w 2428719"/>
              <a:gd name="connsiteY3" fmla="*/ 1411399 h 2513371"/>
              <a:gd name="connsiteX4" fmla="*/ 1223217 w 2428719"/>
              <a:gd name="connsiteY4" fmla="*/ 0 h 2513371"/>
              <a:gd name="connsiteX0" fmla="*/ 1231124 w 2433739"/>
              <a:gd name="connsiteY0" fmla="*/ 123717 h 2513371"/>
              <a:gd name="connsiteX1" fmla="*/ 2426866 w 2433739"/>
              <a:gd name="connsiteY1" fmla="*/ 1262982 h 2513371"/>
              <a:gd name="connsiteX2" fmla="*/ 1346742 w 2433739"/>
              <a:gd name="connsiteY2" fmla="*/ 2512405 h 2513371"/>
              <a:gd name="connsiteX3" fmla="*/ 46561 w 2433739"/>
              <a:gd name="connsiteY3" fmla="*/ 1493949 h 2513371"/>
              <a:gd name="connsiteX4" fmla="*/ 1000967 w 2433739"/>
              <a:gd name="connsiteY4" fmla="*/ 146050 h 2513371"/>
              <a:gd name="connsiteX5" fmla="*/ 1231124 w 2433739"/>
              <a:gd name="connsiteY5" fmla="*/ 1320859 h 2513371"/>
              <a:gd name="connsiteX6" fmla="*/ 1231124 w 2433739"/>
              <a:gd name="connsiteY6" fmla="*/ 123717 h 2513371"/>
              <a:gd name="connsiteX0" fmla="*/ 1212074 w 2433739"/>
              <a:gd name="connsiteY0" fmla="*/ 136417 h 2513371"/>
              <a:gd name="connsiteX1" fmla="*/ 2433216 w 2433739"/>
              <a:gd name="connsiteY1" fmla="*/ 1523332 h 2513371"/>
              <a:gd name="connsiteX2" fmla="*/ 1346742 w 2433739"/>
              <a:gd name="connsiteY2" fmla="*/ 2512405 h 2513371"/>
              <a:gd name="connsiteX3" fmla="*/ 8461 w 2433739"/>
              <a:gd name="connsiteY3" fmla="*/ 1411399 h 2513371"/>
              <a:gd name="connsiteX4" fmla="*/ 1223217 w 2433739"/>
              <a:gd name="connsiteY4" fmla="*/ 0 h 2513371"/>
              <a:gd name="connsiteX0" fmla="*/ 1231124 w 2436398"/>
              <a:gd name="connsiteY0" fmla="*/ 123717 h 2513371"/>
              <a:gd name="connsiteX1" fmla="*/ 2426866 w 2436398"/>
              <a:gd name="connsiteY1" fmla="*/ 1262982 h 2513371"/>
              <a:gd name="connsiteX2" fmla="*/ 1346742 w 2436398"/>
              <a:gd name="connsiteY2" fmla="*/ 2512405 h 2513371"/>
              <a:gd name="connsiteX3" fmla="*/ 46561 w 2436398"/>
              <a:gd name="connsiteY3" fmla="*/ 1493949 h 2513371"/>
              <a:gd name="connsiteX4" fmla="*/ 1000967 w 2436398"/>
              <a:gd name="connsiteY4" fmla="*/ 146050 h 2513371"/>
              <a:gd name="connsiteX5" fmla="*/ 1231124 w 2436398"/>
              <a:gd name="connsiteY5" fmla="*/ 1320859 h 2513371"/>
              <a:gd name="connsiteX6" fmla="*/ 1231124 w 2436398"/>
              <a:gd name="connsiteY6" fmla="*/ 123717 h 2513371"/>
              <a:gd name="connsiteX0" fmla="*/ 1212074 w 2436398"/>
              <a:gd name="connsiteY0" fmla="*/ 136417 h 2513371"/>
              <a:gd name="connsiteX1" fmla="*/ 2433216 w 2436398"/>
              <a:gd name="connsiteY1" fmla="*/ 1523332 h 2513371"/>
              <a:gd name="connsiteX2" fmla="*/ 1346742 w 2436398"/>
              <a:gd name="connsiteY2" fmla="*/ 2512405 h 2513371"/>
              <a:gd name="connsiteX3" fmla="*/ 8461 w 2436398"/>
              <a:gd name="connsiteY3" fmla="*/ 1411399 h 2513371"/>
              <a:gd name="connsiteX4" fmla="*/ 1223217 w 2436398"/>
              <a:gd name="connsiteY4" fmla="*/ 0 h 2513371"/>
              <a:gd name="connsiteX0" fmla="*/ 1231124 w 2436398"/>
              <a:gd name="connsiteY0" fmla="*/ 123717 h 2517453"/>
              <a:gd name="connsiteX1" fmla="*/ 2426866 w 2436398"/>
              <a:gd name="connsiteY1" fmla="*/ 1262982 h 2517453"/>
              <a:gd name="connsiteX2" fmla="*/ 1346742 w 2436398"/>
              <a:gd name="connsiteY2" fmla="*/ 2512405 h 2517453"/>
              <a:gd name="connsiteX3" fmla="*/ 46561 w 2436398"/>
              <a:gd name="connsiteY3" fmla="*/ 1576499 h 2517453"/>
              <a:gd name="connsiteX4" fmla="*/ 1000967 w 2436398"/>
              <a:gd name="connsiteY4" fmla="*/ 146050 h 2517453"/>
              <a:gd name="connsiteX5" fmla="*/ 1231124 w 2436398"/>
              <a:gd name="connsiteY5" fmla="*/ 1320859 h 2517453"/>
              <a:gd name="connsiteX6" fmla="*/ 1231124 w 2436398"/>
              <a:gd name="connsiteY6" fmla="*/ 123717 h 2517453"/>
              <a:gd name="connsiteX0" fmla="*/ 1212074 w 2436398"/>
              <a:gd name="connsiteY0" fmla="*/ 136417 h 2517453"/>
              <a:gd name="connsiteX1" fmla="*/ 2433216 w 2436398"/>
              <a:gd name="connsiteY1" fmla="*/ 1523332 h 2517453"/>
              <a:gd name="connsiteX2" fmla="*/ 1346742 w 2436398"/>
              <a:gd name="connsiteY2" fmla="*/ 2512405 h 2517453"/>
              <a:gd name="connsiteX3" fmla="*/ 8461 w 2436398"/>
              <a:gd name="connsiteY3" fmla="*/ 1411399 h 2517453"/>
              <a:gd name="connsiteX4" fmla="*/ 1223217 w 2436398"/>
              <a:gd name="connsiteY4" fmla="*/ 0 h 2517453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1124 w 2436398"/>
              <a:gd name="connsiteY0" fmla="*/ 123717 h 2513920"/>
              <a:gd name="connsiteX1" fmla="*/ 2426866 w 2436398"/>
              <a:gd name="connsiteY1" fmla="*/ 1262982 h 2513920"/>
              <a:gd name="connsiteX2" fmla="*/ 1346742 w 2436398"/>
              <a:gd name="connsiteY2" fmla="*/ 2512405 h 2513920"/>
              <a:gd name="connsiteX3" fmla="*/ 46561 w 2436398"/>
              <a:gd name="connsiteY3" fmla="*/ 1576499 h 2513920"/>
              <a:gd name="connsiteX4" fmla="*/ 1000967 w 2436398"/>
              <a:gd name="connsiteY4" fmla="*/ 146050 h 2513920"/>
              <a:gd name="connsiteX5" fmla="*/ 1231124 w 2436398"/>
              <a:gd name="connsiteY5" fmla="*/ 1320859 h 2513920"/>
              <a:gd name="connsiteX6" fmla="*/ 1231124 w 2436398"/>
              <a:gd name="connsiteY6" fmla="*/ 123717 h 2513920"/>
              <a:gd name="connsiteX0" fmla="*/ 1212074 w 2436398"/>
              <a:gd name="connsiteY0" fmla="*/ 136417 h 2513920"/>
              <a:gd name="connsiteX1" fmla="*/ 2433216 w 2436398"/>
              <a:gd name="connsiteY1" fmla="*/ 1523332 h 2513920"/>
              <a:gd name="connsiteX2" fmla="*/ 1346742 w 2436398"/>
              <a:gd name="connsiteY2" fmla="*/ 2512405 h 2513920"/>
              <a:gd name="connsiteX3" fmla="*/ 8461 w 2436398"/>
              <a:gd name="connsiteY3" fmla="*/ 1411399 h 2513920"/>
              <a:gd name="connsiteX4" fmla="*/ 1223217 w 2436398"/>
              <a:gd name="connsiteY4" fmla="*/ 0 h 2513920"/>
              <a:gd name="connsiteX0" fmla="*/ 1230049 w 2435323"/>
              <a:gd name="connsiteY0" fmla="*/ 105033 h 2495236"/>
              <a:gd name="connsiteX1" fmla="*/ 2425791 w 2435323"/>
              <a:gd name="connsiteY1" fmla="*/ 1244298 h 2495236"/>
              <a:gd name="connsiteX2" fmla="*/ 1345667 w 2435323"/>
              <a:gd name="connsiteY2" fmla="*/ 2493721 h 2495236"/>
              <a:gd name="connsiteX3" fmla="*/ 45486 w 2435323"/>
              <a:gd name="connsiteY3" fmla="*/ 1557815 h 2495236"/>
              <a:gd name="connsiteX4" fmla="*/ 999892 w 2435323"/>
              <a:gd name="connsiteY4" fmla="*/ 127366 h 2495236"/>
              <a:gd name="connsiteX5" fmla="*/ 1230049 w 2435323"/>
              <a:gd name="connsiteY5" fmla="*/ 1302175 h 2495236"/>
              <a:gd name="connsiteX6" fmla="*/ 1230049 w 2435323"/>
              <a:gd name="connsiteY6" fmla="*/ 105033 h 2495236"/>
              <a:gd name="connsiteX0" fmla="*/ 1210999 w 2435323"/>
              <a:gd name="connsiteY0" fmla="*/ 117733 h 2495236"/>
              <a:gd name="connsiteX1" fmla="*/ 2432141 w 2435323"/>
              <a:gd name="connsiteY1" fmla="*/ 1504648 h 2495236"/>
              <a:gd name="connsiteX2" fmla="*/ 1345667 w 2435323"/>
              <a:gd name="connsiteY2" fmla="*/ 2493721 h 2495236"/>
              <a:gd name="connsiteX3" fmla="*/ 7386 w 2435323"/>
              <a:gd name="connsiteY3" fmla="*/ 1392715 h 2495236"/>
              <a:gd name="connsiteX4" fmla="*/ 1334241 w 2435323"/>
              <a:gd name="connsiteY4" fmla="*/ 0 h 2495236"/>
              <a:gd name="connsiteX0" fmla="*/ 1231098 w 2436372"/>
              <a:gd name="connsiteY0" fmla="*/ 106024 h 2496227"/>
              <a:gd name="connsiteX1" fmla="*/ 2426840 w 2436372"/>
              <a:gd name="connsiteY1" fmla="*/ 1245289 h 2496227"/>
              <a:gd name="connsiteX2" fmla="*/ 1346716 w 2436372"/>
              <a:gd name="connsiteY2" fmla="*/ 2494712 h 2496227"/>
              <a:gd name="connsiteX3" fmla="*/ 46535 w 2436372"/>
              <a:gd name="connsiteY3" fmla="*/ 1558806 h 2496227"/>
              <a:gd name="connsiteX4" fmla="*/ 1000941 w 2436372"/>
              <a:gd name="connsiteY4" fmla="*/ 128357 h 2496227"/>
              <a:gd name="connsiteX5" fmla="*/ 1231098 w 2436372"/>
              <a:gd name="connsiteY5" fmla="*/ 1303166 h 2496227"/>
              <a:gd name="connsiteX6" fmla="*/ 1231098 w 2436372"/>
              <a:gd name="connsiteY6" fmla="*/ 106024 h 2496227"/>
              <a:gd name="connsiteX0" fmla="*/ 1212048 w 2436372"/>
              <a:gd name="connsiteY0" fmla="*/ 118724 h 2496227"/>
              <a:gd name="connsiteX1" fmla="*/ 2433190 w 2436372"/>
              <a:gd name="connsiteY1" fmla="*/ 1505639 h 2496227"/>
              <a:gd name="connsiteX2" fmla="*/ 1346716 w 2436372"/>
              <a:gd name="connsiteY2" fmla="*/ 2494712 h 2496227"/>
              <a:gd name="connsiteX3" fmla="*/ 8435 w 2436372"/>
              <a:gd name="connsiteY3" fmla="*/ 1393706 h 2496227"/>
              <a:gd name="connsiteX4" fmla="*/ 1335290 w 2436372"/>
              <a:gd name="connsiteY4" fmla="*/ 991 h 2496227"/>
              <a:gd name="connsiteX0" fmla="*/ 1230413 w 2435687"/>
              <a:gd name="connsiteY0" fmla="*/ 50045 h 2440248"/>
              <a:gd name="connsiteX1" fmla="*/ 2426155 w 2435687"/>
              <a:gd name="connsiteY1" fmla="*/ 1189310 h 2440248"/>
              <a:gd name="connsiteX2" fmla="*/ 1346031 w 2435687"/>
              <a:gd name="connsiteY2" fmla="*/ 2438733 h 2440248"/>
              <a:gd name="connsiteX3" fmla="*/ 45850 w 2435687"/>
              <a:gd name="connsiteY3" fmla="*/ 1502827 h 2440248"/>
              <a:gd name="connsiteX4" fmla="*/ 1000256 w 2435687"/>
              <a:gd name="connsiteY4" fmla="*/ 72378 h 2440248"/>
              <a:gd name="connsiteX5" fmla="*/ 1230413 w 2435687"/>
              <a:gd name="connsiteY5" fmla="*/ 1247187 h 2440248"/>
              <a:gd name="connsiteX6" fmla="*/ 1230413 w 2435687"/>
              <a:gd name="connsiteY6" fmla="*/ 50045 h 2440248"/>
              <a:gd name="connsiteX0" fmla="*/ 1211363 w 2435687"/>
              <a:gd name="connsiteY0" fmla="*/ 62745 h 2440248"/>
              <a:gd name="connsiteX1" fmla="*/ 2432505 w 2435687"/>
              <a:gd name="connsiteY1" fmla="*/ 1449660 h 2440248"/>
              <a:gd name="connsiteX2" fmla="*/ 1346031 w 2435687"/>
              <a:gd name="connsiteY2" fmla="*/ 2438733 h 2440248"/>
              <a:gd name="connsiteX3" fmla="*/ 7750 w 2435687"/>
              <a:gd name="connsiteY3" fmla="*/ 1337727 h 2440248"/>
              <a:gd name="connsiteX4" fmla="*/ 1403111 w 2435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248"/>
              <a:gd name="connsiteX1" fmla="*/ 2426155 w 2432687"/>
              <a:gd name="connsiteY1" fmla="*/ 1189310 h 2440248"/>
              <a:gd name="connsiteX2" fmla="*/ 1346031 w 2432687"/>
              <a:gd name="connsiteY2" fmla="*/ 2438733 h 2440248"/>
              <a:gd name="connsiteX3" fmla="*/ 45850 w 2432687"/>
              <a:gd name="connsiteY3" fmla="*/ 1502827 h 2440248"/>
              <a:gd name="connsiteX4" fmla="*/ 1000256 w 2432687"/>
              <a:gd name="connsiteY4" fmla="*/ 72378 h 2440248"/>
              <a:gd name="connsiteX5" fmla="*/ 1230413 w 2432687"/>
              <a:gd name="connsiteY5" fmla="*/ 1247187 h 2440248"/>
              <a:gd name="connsiteX6" fmla="*/ 1230413 w 2432687"/>
              <a:gd name="connsiteY6" fmla="*/ 50045 h 2440248"/>
              <a:gd name="connsiteX0" fmla="*/ 1267414 w 2432687"/>
              <a:gd name="connsiteY0" fmla="*/ 106340 h 2440248"/>
              <a:gd name="connsiteX1" fmla="*/ 2432505 w 2432687"/>
              <a:gd name="connsiteY1" fmla="*/ 1449660 h 2440248"/>
              <a:gd name="connsiteX2" fmla="*/ 1346031 w 2432687"/>
              <a:gd name="connsiteY2" fmla="*/ 2438733 h 2440248"/>
              <a:gd name="connsiteX3" fmla="*/ 7750 w 2432687"/>
              <a:gd name="connsiteY3" fmla="*/ 1337727 h 2440248"/>
              <a:gd name="connsiteX4" fmla="*/ 1403111 w 2432687"/>
              <a:gd name="connsiteY4" fmla="*/ 1064 h 2440248"/>
              <a:gd name="connsiteX0" fmla="*/ 1230413 w 2432687"/>
              <a:gd name="connsiteY0" fmla="*/ 50045 h 2440996"/>
              <a:gd name="connsiteX1" fmla="*/ 2426155 w 2432687"/>
              <a:gd name="connsiteY1" fmla="*/ 1189310 h 2440996"/>
              <a:gd name="connsiteX2" fmla="*/ 1346031 w 2432687"/>
              <a:gd name="connsiteY2" fmla="*/ 2438733 h 2440996"/>
              <a:gd name="connsiteX3" fmla="*/ 45850 w 2432687"/>
              <a:gd name="connsiteY3" fmla="*/ 1502827 h 2440996"/>
              <a:gd name="connsiteX4" fmla="*/ 1000256 w 2432687"/>
              <a:gd name="connsiteY4" fmla="*/ 72378 h 2440996"/>
              <a:gd name="connsiteX5" fmla="*/ 1230413 w 2432687"/>
              <a:gd name="connsiteY5" fmla="*/ 1247187 h 2440996"/>
              <a:gd name="connsiteX6" fmla="*/ 1230413 w 2432687"/>
              <a:gd name="connsiteY6" fmla="*/ 50045 h 2440996"/>
              <a:gd name="connsiteX0" fmla="*/ 1267414 w 2432687"/>
              <a:gd name="connsiteY0" fmla="*/ 106340 h 2440996"/>
              <a:gd name="connsiteX1" fmla="*/ 2432504 w 2432687"/>
              <a:gd name="connsiteY1" fmla="*/ 1580445 h 2440996"/>
              <a:gd name="connsiteX2" fmla="*/ 1346031 w 2432687"/>
              <a:gd name="connsiteY2" fmla="*/ 2438733 h 2440996"/>
              <a:gd name="connsiteX3" fmla="*/ 7750 w 2432687"/>
              <a:gd name="connsiteY3" fmla="*/ 1337727 h 2440996"/>
              <a:gd name="connsiteX4" fmla="*/ 1403111 w 2432687"/>
              <a:gd name="connsiteY4" fmla="*/ 1064 h 2440996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32504 w 2508004"/>
              <a:gd name="connsiteY1" fmla="*/ 1580445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67414 w 2508004"/>
              <a:gd name="connsiteY0" fmla="*/ 106340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30413 w 2508004"/>
              <a:gd name="connsiteY0" fmla="*/ 50045 h 2444689"/>
              <a:gd name="connsiteX1" fmla="*/ 2507115 w 2508004"/>
              <a:gd name="connsiteY1" fmla="*/ 1158170 h 2444689"/>
              <a:gd name="connsiteX2" fmla="*/ 1346031 w 2508004"/>
              <a:gd name="connsiteY2" fmla="*/ 2438733 h 2444689"/>
              <a:gd name="connsiteX3" fmla="*/ 45850 w 2508004"/>
              <a:gd name="connsiteY3" fmla="*/ 1502827 h 2444689"/>
              <a:gd name="connsiteX4" fmla="*/ 1000256 w 2508004"/>
              <a:gd name="connsiteY4" fmla="*/ 72378 h 2444689"/>
              <a:gd name="connsiteX5" fmla="*/ 1230413 w 2508004"/>
              <a:gd name="connsiteY5" fmla="*/ 1247187 h 2444689"/>
              <a:gd name="connsiteX6" fmla="*/ 1230413 w 2508004"/>
              <a:gd name="connsiteY6" fmla="*/ 50045 h 2444689"/>
              <a:gd name="connsiteX0" fmla="*/ 1211364 w 2508004"/>
              <a:gd name="connsiteY0" fmla="*/ 181074 h 2444689"/>
              <a:gd name="connsiteX1" fmla="*/ 2469872 w 2508004"/>
              <a:gd name="connsiteY1" fmla="*/ 1505712 h 2444689"/>
              <a:gd name="connsiteX2" fmla="*/ 1346031 w 2508004"/>
              <a:gd name="connsiteY2" fmla="*/ 2438733 h 2444689"/>
              <a:gd name="connsiteX3" fmla="*/ 7750 w 2508004"/>
              <a:gd name="connsiteY3" fmla="*/ 1337727 h 2444689"/>
              <a:gd name="connsiteX4" fmla="*/ 1403111 w 2508004"/>
              <a:gd name="connsiteY4" fmla="*/ 1064 h 2444689"/>
              <a:gd name="connsiteX0" fmla="*/ 1229158 w 2506749"/>
              <a:gd name="connsiteY0" fmla="*/ 31387 h 2426031"/>
              <a:gd name="connsiteX1" fmla="*/ 2505860 w 2506749"/>
              <a:gd name="connsiteY1" fmla="*/ 1139512 h 2426031"/>
              <a:gd name="connsiteX2" fmla="*/ 1344776 w 2506749"/>
              <a:gd name="connsiteY2" fmla="*/ 2420075 h 2426031"/>
              <a:gd name="connsiteX3" fmla="*/ 44595 w 2506749"/>
              <a:gd name="connsiteY3" fmla="*/ 1484169 h 2426031"/>
              <a:gd name="connsiteX4" fmla="*/ 999001 w 2506749"/>
              <a:gd name="connsiteY4" fmla="*/ 53720 h 2426031"/>
              <a:gd name="connsiteX5" fmla="*/ 1229158 w 2506749"/>
              <a:gd name="connsiteY5" fmla="*/ 1228529 h 2426031"/>
              <a:gd name="connsiteX6" fmla="*/ 1229158 w 2506749"/>
              <a:gd name="connsiteY6" fmla="*/ 31387 h 2426031"/>
              <a:gd name="connsiteX0" fmla="*/ 1210109 w 2506749"/>
              <a:gd name="connsiteY0" fmla="*/ 162416 h 2426031"/>
              <a:gd name="connsiteX1" fmla="*/ 2468617 w 2506749"/>
              <a:gd name="connsiteY1" fmla="*/ 1487054 h 2426031"/>
              <a:gd name="connsiteX2" fmla="*/ 1344776 w 2506749"/>
              <a:gd name="connsiteY2" fmla="*/ 2420075 h 2426031"/>
              <a:gd name="connsiteX3" fmla="*/ 6495 w 2506749"/>
              <a:gd name="connsiteY3" fmla="*/ 1319069 h 2426031"/>
              <a:gd name="connsiteX4" fmla="*/ 1563778 w 2506749"/>
              <a:gd name="connsiteY4" fmla="*/ 1091 h 2426031"/>
              <a:gd name="connsiteX0" fmla="*/ 1229158 w 2506749"/>
              <a:gd name="connsiteY0" fmla="*/ 31387 h 2423957"/>
              <a:gd name="connsiteX1" fmla="*/ 2505860 w 2506749"/>
              <a:gd name="connsiteY1" fmla="*/ 1139512 h 2423957"/>
              <a:gd name="connsiteX2" fmla="*/ 1344776 w 2506749"/>
              <a:gd name="connsiteY2" fmla="*/ 2420075 h 2423957"/>
              <a:gd name="connsiteX3" fmla="*/ 44595 w 2506749"/>
              <a:gd name="connsiteY3" fmla="*/ 1484169 h 2423957"/>
              <a:gd name="connsiteX4" fmla="*/ 918036 w 2506749"/>
              <a:gd name="connsiteY4" fmla="*/ 16354 h 2423957"/>
              <a:gd name="connsiteX5" fmla="*/ 1229158 w 2506749"/>
              <a:gd name="connsiteY5" fmla="*/ 1228529 h 2423957"/>
              <a:gd name="connsiteX6" fmla="*/ 1229158 w 2506749"/>
              <a:gd name="connsiteY6" fmla="*/ 31387 h 2423957"/>
              <a:gd name="connsiteX0" fmla="*/ 1210109 w 2506749"/>
              <a:gd name="connsiteY0" fmla="*/ 162416 h 2423957"/>
              <a:gd name="connsiteX1" fmla="*/ 2468617 w 2506749"/>
              <a:gd name="connsiteY1" fmla="*/ 1487054 h 2423957"/>
              <a:gd name="connsiteX2" fmla="*/ 1344776 w 2506749"/>
              <a:gd name="connsiteY2" fmla="*/ 2420075 h 2423957"/>
              <a:gd name="connsiteX3" fmla="*/ 6495 w 2506749"/>
              <a:gd name="connsiteY3" fmla="*/ 1319069 h 2423957"/>
              <a:gd name="connsiteX4" fmla="*/ 1563778 w 2506749"/>
              <a:gd name="connsiteY4" fmla="*/ 1091 h 2423957"/>
              <a:gd name="connsiteX0" fmla="*/ 1254070 w 2506079"/>
              <a:gd name="connsiteY0" fmla="*/ 74982 h 2423957"/>
              <a:gd name="connsiteX1" fmla="*/ 2505860 w 2506079"/>
              <a:gd name="connsiteY1" fmla="*/ 1139512 h 2423957"/>
              <a:gd name="connsiteX2" fmla="*/ 1344776 w 2506079"/>
              <a:gd name="connsiteY2" fmla="*/ 2420075 h 2423957"/>
              <a:gd name="connsiteX3" fmla="*/ 44595 w 2506079"/>
              <a:gd name="connsiteY3" fmla="*/ 1484169 h 2423957"/>
              <a:gd name="connsiteX4" fmla="*/ 918036 w 2506079"/>
              <a:gd name="connsiteY4" fmla="*/ 16354 h 2423957"/>
              <a:gd name="connsiteX5" fmla="*/ 1229158 w 2506079"/>
              <a:gd name="connsiteY5" fmla="*/ 1228529 h 2423957"/>
              <a:gd name="connsiteX6" fmla="*/ 1254070 w 2506079"/>
              <a:gd name="connsiteY6" fmla="*/ 74982 h 2423957"/>
              <a:gd name="connsiteX0" fmla="*/ 1210109 w 2506079"/>
              <a:gd name="connsiteY0" fmla="*/ 162416 h 2423957"/>
              <a:gd name="connsiteX1" fmla="*/ 2468617 w 2506079"/>
              <a:gd name="connsiteY1" fmla="*/ 1487054 h 2423957"/>
              <a:gd name="connsiteX2" fmla="*/ 1344776 w 2506079"/>
              <a:gd name="connsiteY2" fmla="*/ 2420075 h 2423957"/>
              <a:gd name="connsiteX3" fmla="*/ 6495 w 2506079"/>
              <a:gd name="connsiteY3" fmla="*/ 1319069 h 2423957"/>
              <a:gd name="connsiteX4" fmla="*/ 1563778 w 2506079"/>
              <a:gd name="connsiteY4" fmla="*/ 1091 h 2423957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  <a:gd name="connsiteX0" fmla="*/ 1297393 w 2549402"/>
              <a:gd name="connsiteY0" fmla="*/ 75223 h 2424198"/>
              <a:gd name="connsiteX1" fmla="*/ 2549183 w 2549402"/>
              <a:gd name="connsiteY1" fmla="*/ 1139753 h 2424198"/>
              <a:gd name="connsiteX2" fmla="*/ 1388099 w 2549402"/>
              <a:gd name="connsiteY2" fmla="*/ 2420316 h 2424198"/>
              <a:gd name="connsiteX3" fmla="*/ 87918 w 2549402"/>
              <a:gd name="connsiteY3" fmla="*/ 1484410 h 2424198"/>
              <a:gd name="connsiteX4" fmla="*/ 961359 w 2549402"/>
              <a:gd name="connsiteY4" fmla="*/ 16595 h 2424198"/>
              <a:gd name="connsiteX5" fmla="*/ 1272481 w 2549402"/>
              <a:gd name="connsiteY5" fmla="*/ 1228770 h 2424198"/>
              <a:gd name="connsiteX6" fmla="*/ 1297393 w 2549402"/>
              <a:gd name="connsiteY6" fmla="*/ 75223 h 2424198"/>
              <a:gd name="connsiteX0" fmla="*/ 1253432 w 2549402"/>
              <a:gd name="connsiteY0" fmla="*/ 162657 h 2424198"/>
              <a:gd name="connsiteX1" fmla="*/ 2511940 w 2549402"/>
              <a:gd name="connsiteY1" fmla="*/ 1487295 h 2424198"/>
              <a:gd name="connsiteX2" fmla="*/ 1388099 w 2549402"/>
              <a:gd name="connsiteY2" fmla="*/ 2420316 h 2424198"/>
              <a:gd name="connsiteX3" fmla="*/ 6222 w 2549402"/>
              <a:gd name="connsiteY3" fmla="*/ 1182297 h 2424198"/>
              <a:gd name="connsiteX4" fmla="*/ 1607101 w 2549402"/>
              <a:gd name="connsiteY4" fmla="*/ 1332 h 242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9402" h="2424198" stroke="0" extrusionOk="0">
                <a:moveTo>
                  <a:pt x="1297393" y="75223"/>
                </a:moveTo>
                <a:cubicBezTo>
                  <a:pt x="1936057" y="75223"/>
                  <a:pt x="2534065" y="748904"/>
                  <a:pt x="2549183" y="1139753"/>
                </a:cubicBezTo>
                <a:cubicBezTo>
                  <a:pt x="2564301" y="1530602"/>
                  <a:pt x="1798310" y="2362873"/>
                  <a:pt x="1388099" y="2420316"/>
                </a:cubicBezTo>
                <a:cubicBezTo>
                  <a:pt x="977888" y="2477759"/>
                  <a:pt x="159041" y="1885030"/>
                  <a:pt x="87918" y="1484410"/>
                </a:cubicBezTo>
                <a:cubicBezTo>
                  <a:pt x="16795" y="1083790"/>
                  <a:pt x="334610" y="139381"/>
                  <a:pt x="961359" y="16595"/>
                </a:cubicBezTo>
                <a:lnTo>
                  <a:pt x="1272481" y="1228770"/>
                </a:lnTo>
                <a:lnTo>
                  <a:pt x="1297393" y="75223"/>
                </a:lnTo>
                <a:close/>
              </a:path>
              <a:path w="2549402" h="2424198" fill="none">
                <a:moveTo>
                  <a:pt x="1253432" y="162657"/>
                </a:moveTo>
                <a:cubicBezTo>
                  <a:pt x="2471281" y="63012"/>
                  <a:pt x="2489496" y="1111019"/>
                  <a:pt x="2511940" y="1487295"/>
                </a:cubicBezTo>
                <a:cubicBezTo>
                  <a:pt x="2534384" y="1863571"/>
                  <a:pt x="1805719" y="2471149"/>
                  <a:pt x="1388099" y="2420316"/>
                </a:cubicBezTo>
                <a:cubicBezTo>
                  <a:pt x="970479" y="2369483"/>
                  <a:pt x="167435" y="2428974"/>
                  <a:pt x="6222" y="1182297"/>
                </a:cubicBezTo>
                <a:cubicBezTo>
                  <a:pt x="-86120" y="550344"/>
                  <a:pt x="868253" y="-31577"/>
                  <a:pt x="1607101" y="1332"/>
                </a:cubicBezTo>
              </a:path>
            </a:pathLst>
          </a:custGeom>
          <a:ln w="508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733547" y="1577240"/>
            <a:ext cx="11386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ysClr val="windowText" lastClr="000000"/>
                </a:solidFill>
              </a:rPr>
              <a:t>65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%</a:t>
            </a:r>
          </a:p>
          <a:p>
            <a:pPr algn="ctr">
              <a:lnSpc>
                <a:spcPct val="150000"/>
              </a:lnSpc>
            </a:pPr>
            <a:r>
              <a:rPr lang="en-US" altLang="ko-KR" sz="900" dirty="0">
                <a:solidFill>
                  <a:sysClr val="windowText" lastClr="000000"/>
                </a:solidFill>
              </a:rPr>
              <a:t>CONTENTS A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7784084" y="4576098"/>
            <a:ext cx="296079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CONTENTS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컨텐츠에 대한 내용을 적어요</a:t>
            </a:r>
            <a:endParaRPr lang="en-US" altLang="ko-K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Enjoy your stylish business and campus life with BIZCAM </a:t>
            </a:r>
          </a:p>
        </p:txBody>
      </p:sp>
    </p:spTree>
    <p:extLst>
      <p:ext uri="{BB962C8B-B14F-4D97-AF65-F5344CB8AC3E}">
        <p14:creationId xmlns:p14="http://schemas.microsoft.com/office/powerpoint/2010/main" val="210562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19935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오늘 사용한 색상은</a:t>
            </a:r>
            <a:r>
              <a:rPr lang="en-US" altLang="ko-KR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?</a:t>
            </a:r>
            <a:endParaRPr lang="ko-KR" altLang="en-US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87119" y="5524135"/>
            <a:ext cx="73024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2013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버전 이상 사용자께서는 스포이트 기능을 이용하시면 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편하구요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2010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이하 버전 사용자 께서는 다른 채우기 색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&gt;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사용자 지정 탭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&gt; RGB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색상 값 입력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4844556" y="2090831"/>
            <a:ext cx="2458860" cy="2458860"/>
          </a:xfrm>
          <a:prstGeom prst="ellipse">
            <a:avLst/>
          </a:prstGeom>
          <a:solidFill>
            <a:srgbClr val="D99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R 217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G 147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B 111</a:t>
            </a:r>
          </a:p>
        </p:txBody>
      </p:sp>
      <p:sp>
        <p:nvSpPr>
          <p:cNvPr id="6" name="타원 5"/>
          <p:cNvSpPr/>
          <p:nvPr/>
        </p:nvSpPr>
        <p:spPr>
          <a:xfrm>
            <a:off x="1936256" y="2090831"/>
            <a:ext cx="2458860" cy="2458860"/>
          </a:xfrm>
          <a:prstGeom prst="ellipse">
            <a:avLst/>
          </a:prstGeom>
          <a:solidFill>
            <a:srgbClr val="F7E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R 247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G 229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B 205</a:t>
            </a:r>
          </a:p>
        </p:txBody>
      </p:sp>
      <p:sp>
        <p:nvSpPr>
          <p:cNvPr id="7" name="타원 6"/>
          <p:cNvSpPr/>
          <p:nvPr/>
        </p:nvSpPr>
        <p:spPr>
          <a:xfrm>
            <a:off x="7752856" y="2090831"/>
            <a:ext cx="2458860" cy="2458860"/>
          </a:xfrm>
          <a:prstGeom prst="ellipse">
            <a:avLst/>
          </a:prstGeom>
          <a:solidFill>
            <a:srgbClr val="FCB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R 252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G 180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solidFill>
                  <a:prstClr val="white"/>
                </a:solidFill>
              </a:rPr>
              <a:t>B 132</a:t>
            </a:r>
          </a:p>
        </p:txBody>
      </p:sp>
    </p:spTree>
    <p:extLst>
      <p:ext uri="{BB962C8B-B14F-4D97-AF65-F5344CB8AC3E}">
        <p14:creationId xmlns:p14="http://schemas.microsoft.com/office/powerpoint/2010/main" val="64555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최근 저의 자료를 카페 등에 무단으로 </a:t>
            </a:r>
            <a:r>
              <a:rPr lang="ko-KR" altLang="en-US" sz="2400" b="1" dirty="0" err="1">
                <a:solidFill>
                  <a:srgbClr val="FF0000"/>
                </a:solidFill>
              </a:rPr>
              <a:t>재배포</a:t>
            </a:r>
            <a:r>
              <a:rPr lang="ko-KR" altLang="en-US" sz="2400" b="1" dirty="0">
                <a:solidFill>
                  <a:srgbClr val="FF0000"/>
                </a:solidFill>
              </a:rPr>
              <a:t> 하는 일이 자주 발생하고 있습니다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이에 대해 굉장히 심각한 문제로 받아 들이고 있으며</a:t>
            </a:r>
            <a:r>
              <a:rPr lang="en-US" altLang="ko-KR" dirty="0">
                <a:solidFill>
                  <a:prstClr val="black"/>
                </a:solidFill>
              </a:rPr>
              <a:t>,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해당 문제가 반복될 경우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재배포한</a:t>
            </a:r>
            <a:r>
              <a:rPr lang="ko-KR" altLang="en-US" dirty="0">
                <a:solidFill>
                  <a:prstClr val="black"/>
                </a:solidFill>
              </a:rPr>
              <a:t> 자에 대해서는 그에 대한 책임을 반드시 물을 것입니다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저작권을 존중하지 않는 극히 소수의 사용자로 인해 다수가 피해를 보지 않도록 주의해 주시면 감사하겠으며</a:t>
            </a:r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제 자료가 업로드 된 곳이 있다면 저에게 알려주시면 감사하겠습니다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제 자료를 소개하고자 할 경우에는</a:t>
            </a:r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en-US" altLang="ko-KR" dirty="0" err="1">
                <a:solidFill>
                  <a:prstClr val="black"/>
                </a:solidFill>
              </a:rPr>
              <a:t>pptbizcam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사이트로의 링크 처리로만 가능하며 </a:t>
            </a:r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prstClr val="black"/>
                </a:solidFill>
              </a:rPr>
              <a:t>파일 자체를 업로드 하는 것은 불가한 점 유의해 주시면 감사하겠습니다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sz="2400" b="1" dirty="0">
                <a:solidFill>
                  <a:srgbClr val="FF0000"/>
                </a:solidFill>
              </a:rPr>
              <a:t>홍보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경제적 이익을 취하는 행위 또한 불가합니다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4472C4">
                    <a:lumMod val="75000"/>
                  </a:srgbClr>
                </a:solidFill>
              </a:rPr>
              <a:t>※</a:t>
            </a:r>
            <a:r>
              <a:rPr lang="ko-KR" altLang="en-US" sz="2000" b="1" dirty="0">
                <a:solidFill>
                  <a:srgbClr val="4472C4">
                    <a:lumMod val="75000"/>
                  </a:srgbClr>
                </a:solidFill>
              </a:rPr>
              <a:t>기타 활용 가능 범위는 공유 사이트 </a:t>
            </a:r>
            <a:r>
              <a:rPr lang="en-US" altLang="ko-KR" sz="2000" b="1" dirty="0">
                <a:solidFill>
                  <a:srgbClr val="4472C4">
                    <a:lumMod val="75000"/>
                  </a:srgbClr>
                </a:solidFill>
              </a:rPr>
              <a:t>-&gt; </a:t>
            </a:r>
            <a:r>
              <a:rPr lang="ko-KR" altLang="en-US" sz="2000" b="1" dirty="0" err="1">
                <a:solidFill>
                  <a:srgbClr val="4472C4">
                    <a:lumMod val="75000"/>
                  </a:srgbClr>
                </a:solidFill>
              </a:rPr>
              <a:t>수다방</a:t>
            </a:r>
            <a:r>
              <a:rPr lang="ko-KR" altLang="en-US" sz="2000" b="1" dirty="0">
                <a:solidFill>
                  <a:srgbClr val="4472C4">
                    <a:lumMod val="75000"/>
                  </a:srgbClr>
                </a:solidFill>
              </a:rPr>
              <a:t> 게시판 공지사항 참고</a:t>
            </a:r>
            <a:endParaRPr lang="en-US" altLang="ko-KR" sz="2000" b="1" dirty="0">
              <a:solidFill>
                <a:srgbClr val="4472C4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430028"/>
      </p:ext>
    </p:extLst>
  </p:cSld>
  <p:clrMapOvr>
    <a:masterClrMapping/>
  </p:clrMapOvr>
</p:sld>
</file>

<file path=ppt/theme/theme1.xml><?xml version="1.0" encoding="utf-8"?>
<a:theme xmlns:a="http://schemas.openxmlformats.org/drawingml/2006/main" name="30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679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나눔스퀘어라운드 Regular</vt:lpstr>
      <vt:lpstr>맑은 고딕</vt:lpstr>
      <vt:lpstr>야놀자 야체 B</vt:lpstr>
      <vt:lpstr>Arial</vt:lpstr>
      <vt:lpstr>30_Office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배대철</cp:lastModifiedBy>
  <cp:revision>26</cp:revision>
  <dcterms:created xsi:type="dcterms:W3CDTF">2021-03-04T02:29:28Z</dcterms:created>
  <dcterms:modified xsi:type="dcterms:W3CDTF">2021-05-22T08:39:50Z</dcterms:modified>
</cp:coreProperties>
</file>