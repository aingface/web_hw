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7" r:id="rId2"/>
    <p:sldId id="259" r:id="rId3"/>
    <p:sldId id="266" r:id="rId4"/>
    <p:sldId id="267" r:id="rId5"/>
    <p:sldId id="265" r:id="rId6"/>
    <p:sldId id="271" r:id="rId7"/>
    <p:sldId id="272" r:id="rId8"/>
    <p:sldId id="273" r:id="rId9"/>
    <p:sldId id="258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E5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5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4AEFEE-E4DB-4563-9728-EE870374E6CD}" type="datetimeFigureOut">
              <a:rPr lang="ko-KR" altLang="en-US" smtClean="0"/>
              <a:t>2021-05-24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EECFDE-E853-43E3-8CE5-70B6C2B20F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0532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112318-F619-4488-8B6E-2F5F2426A6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8BEE6BB-9A5F-4E9F-9F1C-6D46BE01A3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D9A51D-A948-4CB8-A9EB-5A26520C8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2021-05-24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374BBD-0B82-4658-B13D-088F0E4D0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1AAA67-696A-4836-A10B-FF164C3AF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8572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C6958D-28E5-4CC8-8C48-52A02A1BC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E03031-827B-4AC7-B564-384C16177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C19838-69C9-49EB-9B51-549106E9B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2021-05-24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26852C-90C9-4502-A697-363CF824C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7509D0-CCBD-406A-9D4E-6845657BB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246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EF73EF-188B-4B17-B08F-D30E80C30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7DD2CA-F9BF-47A8-9D27-757556FD1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78A1FB-ABBF-480D-AC6C-9BB1AEF97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2021-05-24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84247E-1D11-4A19-BDDF-E157A205B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4EC815-B6FC-4BDE-910C-F8015ED4A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7408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DAEB91-29AA-4ACC-BDCF-960470FCA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6B0E51-7DC0-45B6-8306-D8167F5CB7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7CB78CC-8798-4261-B4B1-60B4C54377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594384-5734-4FC8-928A-E1641354A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2021-05-24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2301C0-6908-48C0-8957-C8B3F4594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7DD8FE-7741-412F-947D-7A7079F48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1852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D6DFD1-B640-4CC6-A759-6C7981C5C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B2A237-7572-46BD-9502-829F6C0AD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1AE9732-B570-4506-BDA6-0AB39D453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289407D-7DA6-4293-A426-38DF9B2116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239549F-370A-4671-B1BB-79655CC6CB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86D9E62-97AA-41F8-B69B-6CD691CF0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2021-05-24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41D3FC0-561B-4DE4-AA99-9DB56EC6B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D0040F2-99C5-450C-9966-5D00290EB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7474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337C1-8281-4F6E-9A31-EBE388C3C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0EA4B32-9135-4223-8DE6-887D27434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2021-05-24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407FC83-8D70-48DB-8681-08CFD9C0D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FC15EC-BCCB-4B82-A94C-FABC63DF6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0705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B9F9692-5462-4439-80C8-B7E337FC9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2021-05-24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4CA042D-EBC0-437C-A819-521611A54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415CDA-0D1F-49BD-8381-21C3BEFD5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8716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6F10D4-8D29-48C2-ADF0-92316E2C8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BA3CD3-DE79-4260-873A-FEDE5C678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19C6BD2-52A1-4155-9D55-1D847772E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2A3511-0B13-4D97-937C-07365FBAD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2021-05-24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C805B4-20AF-4A3C-B131-E1D9FFBB0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C705FC-2895-472A-B6FD-C2434624B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5957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00D820-915B-4802-8C2E-FF7CA967E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0CF9849-20D0-417A-99C8-099DF39939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44A7754-54E7-4123-8C5E-1B05B517B5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AFFF3F1-9632-4E06-BAB7-312343416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2021-05-24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23D6B1-934F-4B4D-9E4F-5AE9E873C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157FDD5-2092-4E16-8E7C-1CCA4719C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3027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43AEE1-28CA-46D2-81F5-CD34E4F9E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738FEC2-4BF0-4A45-9297-EE9B2E45E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EDBAD0-D342-4544-94B8-122B3BDBF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2021-05-24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70FE0D-ACBA-4806-9F35-4EB786E86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F3119A-4AE1-408F-B8AD-4428B0060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1519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0B3D2AB-E650-41C2-B6FB-5398A5C196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92D6516-8F93-4221-97F7-E01D89EE51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86CB26-A349-496A-B48B-A7B891172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2021-05-24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E726FD-A739-41D5-96BA-467036392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FAE18D-FED5-4070-8B76-811D76CCE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9124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4C8B562-0886-4274-876D-59EFAAAE2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799B9E-1CD2-4A09-9ACC-2FA1C62D7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A0C5B4-9399-4A5E-8DEE-54436B1EC8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2021-05-24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B2B9FF-C0C5-4E9E-A76A-AF0745E2D8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992FE0-2D01-4365-9F95-1FF838BCEF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187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5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596486" y="1923465"/>
            <a:ext cx="2878106" cy="109604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41275">
            <a:solidFill>
              <a:srgbClr val="D993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latinLnBrk="0">
              <a:defRPr/>
            </a:pPr>
            <a:r>
              <a:rPr lang="ko-KR" altLang="en-US" sz="4800" kern="0" dirty="0">
                <a:solidFill>
                  <a:schemeClr val="tx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술술 </a:t>
            </a:r>
            <a:endParaRPr lang="en-US" altLang="ko-KR" sz="4800" kern="0" dirty="0">
              <a:solidFill>
                <a:schemeClr val="tx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1BA108-9F67-4286-8F4D-3F7B6B9E362E}"/>
              </a:ext>
            </a:extLst>
          </p:cNvPr>
          <p:cNvSpPr txBox="1"/>
          <p:nvPr/>
        </p:nvSpPr>
        <p:spPr>
          <a:xfrm>
            <a:off x="8484747" y="5809375"/>
            <a:ext cx="34982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201401434 </a:t>
            </a:r>
          </a:p>
          <a:p>
            <a:pPr algn="r"/>
            <a:r>
              <a:rPr lang="ko-KR" altLang="en-US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태국어통번역학과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algn="r"/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배대철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556090-5FA3-4B55-B10A-4B5D4AA5163C}"/>
              </a:ext>
            </a:extLst>
          </p:cNvPr>
          <p:cNvSpPr txBox="1"/>
          <p:nvPr/>
        </p:nvSpPr>
        <p:spPr>
          <a:xfrm>
            <a:off x="4897446" y="718789"/>
            <a:ext cx="3003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웹사이트 제작 기획서 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2B37B2B-E8AF-4700-8D98-A53DC7DDD0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7540" y="3163360"/>
            <a:ext cx="3316919" cy="331691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2F6006B-92DD-4565-BD67-EC28DB3A5033}"/>
              </a:ext>
            </a:extLst>
          </p:cNvPr>
          <p:cNvSpPr txBox="1"/>
          <p:nvPr/>
        </p:nvSpPr>
        <p:spPr>
          <a:xfrm>
            <a:off x="4686309" y="3244334"/>
            <a:ext cx="2819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한국의 전통 술 소개 사이트</a:t>
            </a:r>
          </a:p>
        </p:txBody>
      </p:sp>
    </p:spTree>
    <p:extLst>
      <p:ext uri="{BB962C8B-B14F-4D97-AF65-F5344CB8AC3E}">
        <p14:creationId xmlns:p14="http://schemas.microsoft.com/office/powerpoint/2010/main" val="606308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5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47559" y="740200"/>
            <a:ext cx="11707374" cy="5897666"/>
          </a:xfrm>
          <a:prstGeom prst="rect">
            <a:avLst/>
          </a:prstGeom>
          <a:solidFill>
            <a:schemeClr val="bg1"/>
          </a:solidFill>
          <a:ln w="41275">
            <a:solidFill>
              <a:srgbClr val="D993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5" name="자유형 44"/>
          <p:cNvSpPr/>
          <p:nvPr/>
        </p:nvSpPr>
        <p:spPr>
          <a:xfrm>
            <a:off x="1261964" y="2366227"/>
            <a:ext cx="2580726" cy="2611159"/>
          </a:xfrm>
          <a:custGeom>
            <a:avLst/>
            <a:gdLst>
              <a:gd name="connsiteX0" fmla="*/ 0 w 1713470"/>
              <a:gd name="connsiteY0" fmla="*/ 0 h 1935892"/>
              <a:gd name="connsiteX1" fmla="*/ 1696995 w 1713470"/>
              <a:gd name="connsiteY1" fmla="*/ 8238 h 1935892"/>
              <a:gd name="connsiteX2" fmla="*/ 1705233 w 1713470"/>
              <a:gd name="connsiteY2" fmla="*/ 1491049 h 1935892"/>
              <a:gd name="connsiteX3" fmla="*/ 1713470 w 1713470"/>
              <a:gd name="connsiteY3" fmla="*/ 1894703 h 1935892"/>
              <a:gd name="connsiteX4" fmla="*/ 922638 w 1713470"/>
              <a:gd name="connsiteY4" fmla="*/ 1935892 h 1935892"/>
              <a:gd name="connsiteX5" fmla="*/ 32952 w 1713470"/>
              <a:gd name="connsiteY5" fmla="*/ 1927655 h 1935892"/>
              <a:gd name="connsiteX6" fmla="*/ 65903 w 1713470"/>
              <a:gd name="connsiteY6" fmla="*/ 897925 h 1935892"/>
              <a:gd name="connsiteX7" fmla="*/ 0 w 1713470"/>
              <a:gd name="connsiteY7" fmla="*/ 0 h 1935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13470" h="1935892">
                <a:moveTo>
                  <a:pt x="0" y="0"/>
                </a:moveTo>
                <a:lnTo>
                  <a:pt x="1696995" y="8238"/>
                </a:lnTo>
                <a:lnTo>
                  <a:pt x="1705233" y="1491049"/>
                </a:lnTo>
                <a:lnTo>
                  <a:pt x="1713470" y="1894703"/>
                </a:lnTo>
                <a:lnTo>
                  <a:pt x="922638" y="1935892"/>
                </a:lnTo>
                <a:lnTo>
                  <a:pt x="32952" y="1927655"/>
                </a:lnTo>
                <a:lnTo>
                  <a:pt x="65903" y="897925"/>
                </a:lnTo>
                <a:lnTo>
                  <a:pt x="0" y="0"/>
                </a:lnTo>
                <a:close/>
              </a:path>
            </a:pathLst>
          </a:custGeom>
          <a:pattFill prst="dkDnDiag">
            <a:fgClr>
              <a:schemeClr val="tx1">
                <a:lumMod val="65000"/>
                <a:lumOff val="35000"/>
              </a:schemeClr>
            </a:fgClr>
            <a:bgClr>
              <a:schemeClr val="bg1"/>
            </a:bgClr>
          </a:patt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/>
          <a:lstStyle/>
          <a:p>
            <a:pPr algn="ctr"/>
            <a:endParaRPr lang="en-US" altLang="ko-KR" sz="14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8" name="자유형 47"/>
          <p:cNvSpPr/>
          <p:nvPr/>
        </p:nvSpPr>
        <p:spPr>
          <a:xfrm>
            <a:off x="1231853" y="2209851"/>
            <a:ext cx="2567614" cy="2666949"/>
          </a:xfrm>
          <a:custGeom>
            <a:avLst/>
            <a:gdLst>
              <a:gd name="connsiteX0" fmla="*/ 0 w 1713470"/>
              <a:gd name="connsiteY0" fmla="*/ 0 h 1935892"/>
              <a:gd name="connsiteX1" fmla="*/ 1696995 w 1713470"/>
              <a:gd name="connsiteY1" fmla="*/ 8238 h 1935892"/>
              <a:gd name="connsiteX2" fmla="*/ 1705233 w 1713470"/>
              <a:gd name="connsiteY2" fmla="*/ 1491049 h 1935892"/>
              <a:gd name="connsiteX3" fmla="*/ 1713470 w 1713470"/>
              <a:gd name="connsiteY3" fmla="*/ 1894703 h 1935892"/>
              <a:gd name="connsiteX4" fmla="*/ 922638 w 1713470"/>
              <a:gd name="connsiteY4" fmla="*/ 1935892 h 1935892"/>
              <a:gd name="connsiteX5" fmla="*/ 32952 w 1713470"/>
              <a:gd name="connsiteY5" fmla="*/ 1927655 h 1935892"/>
              <a:gd name="connsiteX6" fmla="*/ 65903 w 1713470"/>
              <a:gd name="connsiteY6" fmla="*/ 897925 h 1935892"/>
              <a:gd name="connsiteX7" fmla="*/ 0 w 1713470"/>
              <a:gd name="connsiteY7" fmla="*/ 0 h 1935892"/>
              <a:gd name="connsiteX0" fmla="*/ 15136 w 1680518"/>
              <a:gd name="connsiteY0" fmla="*/ 2417 h 1927654"/>
              <a:gd name="connsiteX1" fmla="*/ 1664043 w 1680518"/>
              <a:gd name="connsiteY1" fmla="*/ 0 h 1927654"/>
              <a:gd name="connsiteX2" fmla="*/ 1672281 w 1680518"/>
              <a:gd name="connsiteY2" fmla="*/ 1482811 h 1927654"/>
              <a:gd name="connsiteX3" fmla="*/ 1680518 w 1680518"/>
              <a:gd name="connsiteY3" fmla="*/ 1886465 h 1927654"/>
              <a:gd name="connsiteX4" fmla="*/ 889686 w 1680518"/>
              <a:gd name="connsiteY4" fmla="*/ 1927654 h 1927654"/>
              <a:gd name="connsiteX5" fmla="*/ 0 w 1680518"/>
              <a:gd name="connsiteY5" fmla="*/ 1919417 h 1927654"/>
              <a:gd name="connsiteX6" fmla="*/ 32951 w 1680518"/>
              <a:gd name="connsiteY6" fmla="*/ 889687 h 1927654"/>
              <a:gd name="connsiteX7" fmla="*/ 15136 w 1680518"/>
              <a:gd name="connsiteY7" fmla="*/ 2417 h 1927654"/>
              <a:gd name="connsiteX0" fmla="*/ 15136 w 1680518"/>
              <a:gd name="connsiteY0" fmla="*/ 10300 h 1935537"/>
              <a:gd name="connsiteX1" fmla="*/ 1664043 w 1680518"/>
              <a:gd name="connsiteY1" fmla="*/ 7883 h 1935537"/>
              <a:gd name="connsiteX2" fmla="*/ 1672281 w 1680518"/>
              <a:gd name="connsiteY2" fmla="*/ 1490694 h 1935537"/>
              <a:gd name="connsiteX3" fmla="*/ 1680518 w 1680518"/>
              <a:gd name="connsiteY3" fmla="*/ 1894348 h 1935537"/>
              <a:gd name="connsiteX4" fmla="*/ 889686 w 1680518"/>
              <a:gd name="connsiteY4" fmla="*/ 1935537 h 1935537"/>
              <a:gd name="connsiteX5" fmla="*/ 0 w 1680518"/>
              <a:gd name="connsiteY5" fmla="*/ 1927300 h 1935537"/>
              <a:gd name="connsiteX6" fmla="*/ 32951 w 1680518"/>
              <a:gd name="connsiteY6" fmla="*/ 897570 h 1935537"/>
              <a:gd name="connsiteX7" fmla="*/ 15136 w 1680518"/>
              <a:gd name="connsiteY7" fmla="*/ 10300 h 1935537"/>
              <a:gd name="connsiteX0" fmla="*/ 29118 w 1694500"/>
              <a:gd name="connsiteY0" fmla="*/ 10300 h 1935537"/>
              <a:gd name="connsiteX1" fmla="*/ 1678025 w 1694500"/>
              <a:gd name="connsiteY1" fmla="*/ 7883 h 1935537"/>
              <a:gd name="connsiteX2" fmla="*/ 1686263 w 1694500"/>
              <a:gd name="connsiteY2" fmla="*/ 1490694 h 1935537"/>
              <a:gd name="connsiteX3" fmla="*/ 1694500 w 1694500"/>
              <a:gd name="connsiteY3" fmla="*/ 1894348 h 1935537"/>
              <a:gd name="connsiteX4" fmla="*/ 903668 w 1694500"/>
              <a:gd name="connsiteY4" fmla="*/ 1935537 h 1935537"/>
              <a:gd name="connsiteX5" fmla="*/ 13982 w 1694500"/>
              <a:gd name="connsiteY5" fmla="*/ 1927300 h 1935537"/>
              <a:gd name="connsiteX6" fmla="*/ 46933 w 1694500"/>
              <a:gd name="connsiteY6" fmla="*/ 897570 h 1935537"/>
              <a:gd name="connsiteX7" fmla="*/ 29118 w 1694500"/>
              <a:gd name="connsiteY7" fmla="*/ 10300 h 1935537"/>
              <a:gd name="connsiteX0" fmla="*/ 39382 w 1704764"/>
              <a:gd name="connsiteY0" fmla="*/ 10300 h 1935537"/>
              <a:gd name="connsiteX1" fmla="*/ 1688289 w 1704764"/>
              <a:gd name="connsiteY1" fmla="*/ 7883 h 1935537"/>
              <a:gd name="connsiteX2" fmla="*/ 1696527 w 1704764"/>
              <a:gd name="connsiteY2" fmla="*/ 1490694 h 1935537"/>
              <a:gd name="connsiteX3" fmla="*/ 1704764 w 1704764"/>
              <a:gd name="connsiteY3" fmla="*/ 1894348 h 1935537"/>
              <a:gd name="connsiteX4" fmla="*/ 913932 w 1704764"/>
              <a:gd name="connsiteY4" fmla="*/ 1935537 h 1935537"/>
              <a:gd name="connsiteX5" fmla="*/ 24246 w 1704764"/>
              <a:gd name="connsiteY5" fmla="*/ 1927300 h 1935537"/>
              <a:gd name="connsiteX6" fmla="*/ 21132 w 1704764"/>
              <a:gd name="connsiteY6" fmla="*/ 897570 h 1935537"/>
              <a:gd name="connsiteX7" fmla="*/ 39382 w 1704764"/>
              <a:gd name="connsiteY7" fmla="*/ 10300 h 1935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04764" h="1935537">
                <a:moveTo>
                  <a:pt x="39382" y="10300"/>
                </a:moveTo>
                <a:cubicBezTo>
                  <a:pt x="552952" y="-11816"/>
                  <a:pt x="1138653" y="8689"/>
                  <a:pt x="1688289" y="7883"/>
                </a:cubicBezTo>
                <a:lnTo>
                  <a:pt x="1696527" y="1490694"/>
                </a:lnTo>
                <a:lnTo>
                  <a:pt x="1704764" y="1894348"/>
                </a:lnTo>
                <a:lnTo>
                  <a:pt x="913932" y="1935537"/>
                </a:lnTo>
                <a:lnTo>
                  <a:pt x="24246" y="1927300"/>
                </a:lnTo>
                <a:lnTo>
                  <a:pt x="21132" y="897570"/>
                </a:lnTo>
                <a:cubicBezTo>
                  <a:pt x="15194" y="601813"/>
                  <a:pt x="-32824" y="284747"/>
                  <a:pt x="39382" y="10300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0000"/>
              </a:lnSpc>
            </a:pPr>
            <a:endParaRPr lang="en-US" altLang="ko-KR" dirty="0">
              <a:latin typeface="야놀자 야체 B"/>
              <a:ea typeface="나눔스퀘어라운드 Regular" panose="020B0600000101010101" pitchFamily="50" charset="-127"/>
            </a:endParaRPr>
          </a:p>
        </p:txBody>
      </p:sp>
      <p:sp>
        <p:nvSpPr>
          <p:cNvPr id="49" name="자유형 48"/>
          <p:cNvSpPr/>
          <p:nvPr/>
        </p:nvSpPr>
        <p:spPr>
          <a:xfrm>
            <a:off x="2182298" y="1997369"/>
            <a:ext cx="653614" cy="322591"/>
          </a:xfrm>
          <a:custGeom>
            <a:avLst/>
            <a:gdLst>
              <a:gd name="connsiteX0" fmla="*/ 90616 w 1935892"/>
              <a:gd name="connsiteY0" fmla="*/ 57665 h 486032"/>
              <a:gd name="connsiteX1" fmla="*/ 0 w 1935892"/>
              <a:gd name="connsiteY1" fmla="*/ 140043 h 486032"/>
              <a:gd name="connsiteX2" fmla="*/ 74140 w 1935892"/>
              <a:gd name="connsiteY2" fmla="*/ 140043 h 486032"/>
              <a:gd name="connsiteX3" fmla="*/ 49427 w 1935892"/>
              <a:gd name="connsiteY3" fmla="*/ 205946 h 486032"/>
              <a:gd name="connsiteX4" fmla="*/ 131805 w 1935892"/>
              <a:gd name="connsiteY4" fmla="*/ 214183 h 486032"/>
              <a:gd name="connsiteX5" fmla="*/ 8238 w 1935892"/>
              <a:gd name="connsiteY5" fmla="*/ 247135 h 486032"/>
              <a:gd name="connsiteX6" fmla="*/ 123567 w 1935892"/>
              <a:gd name="connsiteY6" fmla="*/ 280086 h 486032"/>
              <a:gd name="connsiteX7" fmla="*/ 49427 w 1935892"/>
              <a:gd name="connsiteY7" fmla="*/ 313038 h 486032"/>
              <a:gd name="connsiteX8" fmla="*/ 148281 w 1935892"/>
              <a:gd name="connsiteY8" fmla="*/ 345989 h 486032"/>
              <a:gd name="connsiteX9" fmla="*/ 90616 w 1935892"/>
              <a:gd name="connsiteY9" fmla="*/ 370702 h 486032"/>
              <a:gd name="connsiteX10" fmla="*/ 57665 w 1935892"/>
              <a:gd name="connsiteY10" fmla="*/ 411892 h 486032"/>
              <a:gd name="connsiteX11" fmla="*/ 98854 w 1935892"/>
              <a:gd name="connsiteY11" fmla="*/ 428367 h 486032"/>
              <a:gd name="connsiteX12" fmla="*/ 57665 w 1935892"/>
              <a:gd name="connsiteY12" fmla="*/ 477794 h 486032"/>
              <a:gd name="connsiteX13" fmla="*/ 1878227 w 1935892"/>
              <a:gd name="connsiteY13" fmla="*/ 486032 h 486032"/>
              <a:gd name="connsiteX14" fmla="*/ 1787611 w 1935892"/>
              <a:gd name="connsiteY14" fmla="*/ 420129 h 486032"/>
              <a:gd name="connsiteX15" fmla="*/ 1853513 w 1935892"/>
              <a:gd name="connsiteY15" fmla="*/ 378940 h 486032"/>
              <a:gd name="connsiteX16" fmla="*/ 1828800 w 1935892"/>
              <a:gd name="connsiteY16" fmla="*/ 345989 h 486032"/>
              <a:gd name="connsiteX17" fmla="*/ 1919416 w 1935892"/>
              <a:gd name="connsiteY17" fmla="*/ 329513 h 486032"/>
              <a:gd name="connsiteX18" fmla="*/ 1861751 w 1935892"/>
              <a:gd name="connsiteY18" fmla="*/ 280086 h 486032"/>
              <a:gd name="connsiteX19" fmla="*/ 1935892 w 1935892"/>
              <a:gd name="connsiteY19" fmla="*/ 255373 h 486032"/>
              <a:gd name="connsiteX20" fmla="*/ 1837038 w 1935892"/>
              <a:gd name="connsiteY20" fmla="*/ 164756 h 486032"/>
              <a:gd name="connsiteX21" fmla="*/ 1869989 w 1935892"/>
              <a:gd name="connsiteY21" fmla="*/ 107092 h 486032"/>
              <a:gd name="connsiteX22" fmla="*/ 1762897 w 1935892"/>
              <a:gd name="connsiteY22" fmla="*/ 32951 h 486032"/>
              <a:gd name="connsiteX23" fmla="*/ 1804086 w 1935892"/>
              <a:gd name="connsiteY23" fmla="*/ 0 h 486032"/>
              <a:gd name="connsiteX24" fmla="*/ 90616 w 1935892"/>
              <a:gd name="connsiteY24" fmla="*/ 57665 h 486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935892" h="486032">
                <a:moveTo>
                  <a:pt x="90616" y="57665"/>
                </a:moveTo>
                <a:lnTo>
                  <a:pt x="0" y="140043"/>
                </a:lnTo>
                <a:lnTo>
                  <a:pt x="74140" y="140043"/>
                </a:lnTo>
                <a:lnTo>
                  <a:pt x="49427" y="205946"/>
                </a:lnTo>
                <a:lnTo>
                  <a:pt x="131805" y="214183"/>
                </a:lnTo>
                <a:lnTo>
                  <a:pt x="8238" y="247135"/>
                </a:lnTo>
                <a:lnTo>
                  <a:pt x="123567" y="280086"/>
                </a:lnTo>
                <a:lnTo>
                  <a:pt x="49427" y="313038"/>
                </a:lnTo>
                <a:lnTo>
                  <a:pt x="148281" y="345989"/>
                </a:lnTo>
                <a:lnTo>
                  <a:pt x="90616" y="370702"/>
                </a:lnTo>
                <a:lnTo>
                  <a:pt x="57665" y="411892"/>
                </a:lnTo>
                <a:lnTo>
                  <a:pt x="98854" y="428367"/>
                </a:lnTo>
                <a:lnTo>
                  <a:pt x="57665" y="477794"/>
                </a:lnTo>
                <a:lnTo>
                  <a:pt x="1878227" y="486032"/>
                </a:lnTo>
                <a:lnTo>
                  <a:pt x="1787611" y="420129"/>
                </a:lnTo>
                <a:lnTo>
                  <a:pt x="1853513" y="378940"/>
                </a:lnTo>
                <a:lnTo>
                  <a:pt x="1828800" y="345989"/>
                </a:lnTo>
                <a:lnTo>
                  <a:pt x="1919416" y="329513"/>
                </a:lnTo>
                <a:lnTo>
                  <a:pt x="1861751" y="280086"/>
                </a:lnTo>
                <a:lnTo>
                  <a:pt x="1935892" y="255373"/>
                </a:lnTo>
                <a:lnTo>
                  <a:pt x="1837038" y="164756"/>
                </a:lnTo>
                <a:lnTo>
                  <a:pt x="1869989" y="107092"/>
                </a:lnTo>
                <a:lnTo>
                  <a:pt x="1762897" y="32951"/>
                </a:lnTo>
                <a:lnTo>
                  <a:pt x="1804086" y="0"/>
                </a:lnTo>
                <a:lnTo>
                  <a:pt x="90616" y="57665"/>
                </a:lnTo>
                <a:close/>
              </a:path>
            </a:pathLst>
          </a:custGeom>
          <a:solidFill>
            <a:srgbClr val="EAC096">
              <a:alpha val="58000"/>
            </a:srgb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2341430" y="1556321"/>
            <a:ext cx="335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1.</a:t>
            </a:r>
          </a:p>
        </p:txBody>
      </p:sp>
      <p:sp>
        <p:nvSpPr>
          <p:cNvPr id="65" name="자유형 64"/>
          <p:cNvSpPr/>
          <p:nvPr/>
        </p:nvSpPr>
        <p:spPr>
          <a:xfrm>
            <a:off x="4854143" y="2366227"/>
            <a:ext cx="2580726" cy="2611159"/>
          </a:xfrm>
          <a:custGeom>
            <a:avLst/>
            <a:gdLst>
              <a:gd name="connsiteX0" fmla="*/ 0 w 1713470"/>
              <a:gd name="connsiteY0" fmla="*/ 0 h 1935892"/>
              <a:gd name="connsiteX1" fmla="*/ 1696995 w 1713470"/>
              <a:gd name="connsiteY1" fmla="*/ 8238 h 1935892"/>
              <a:gd name="connsiteX2" fmla="*/ 1705233 w 1713470"/>
              <a:gd name="connsiteY2" fmla="*/ 1491049 h 1935892"/>
              <a:gd name="connsiteX3" fmla="*/ 1713470 w 1713470"/>
              <a:gd name="connsiteY3" fmla="*/ 1894703 h 1935892"/>
              <a:gd name="connsiteX4" fmla="*/ 922638 w 1713470"/>
              <a:gd name="connsiteY4" fmla="*/ 1935892 h 1935892"/>
              <a:gd name="connsiteX5" fmla="*/ 32952 w 1713470"/>
              <a:gd name="connsiteY5" fmla="*/ 1927655 h 1935892"/>
              <a:gd name="connsiteX6" fmla="*/ 65903 w 1713470"/>
              <a:gd name="connsiteY6" fmla="*/ 897925 h 1935892"/>
              <a:gd name="connsiteX7" fmla="*/ 0 w 1713470"/>
              <a:gd name="connsiteY7" fmla="*/ 0 h 1935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13470" h="1935892">
                <a:moveTo>
                  <a:pt x="0" y="0"/>
                </a:moveTo>
                <a:lnTo>
                  <a:pt x="1696995" y="8238"/>
                </a:lnTo>
                <a:lnTo>
                  <a:pt x="1705233" y="1491049"/>
                </a:lnTo>
                <a:lnTo>
                  <a:pt x="1713470" y="1894703"/>
                </a:lnTo>
                <a:lnTo>
                  <a:pt x="922638" y="1935892"/>
                </a:lnTo>
                <a:lnTo>
                  <a:pt x="32952" y="1927655"/>
                </a:lnTo>
                <a:lnTo>
                  <a:pt x="65903" y="897925"/>
                </a:lnTo>
                <a:lnTo>
                  <a:pt x="0" y="0"/>
                </a:lnTo>
                <a:close/>
              </a:path>
            </a:pathLst>
          </a:custGeom>
          <a:pattFill prst="dkDnDiag">
            <a:fgClr>
              <a:schemeClr val="tx1">
                <a:lumMod val="65000"/>
                <a:lumOff val="35000"/>
              </a:schemeClr>
            </a:fgClr>
            <a:bgClr>
              <a:schemeClr val="bg1"/>
            </a:bgClr>
          </a:patt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/>
          <a:lstStyle/>
          <a:p>
            <a:pPr algn="ctr"/>
            <a:endParaRPr lang="en-US" altLang="ko-KR" sz="14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6" name="자유형 65"/>
          <p:cNvSpPr/>
          <p:nvPr/>
        </p:nvSpPr>
        <p:spPr>
          <a:xfrm>
            <a:off x="4824032" y="2209851"/>
            <a:ext cx="2567614" cy="2666949"/>
          </a:xfrm>
          <a:custGeom>
            <a:avLst/>
            <a:gdLst>
              <a:gd name="connsiteX0" fmla="*/ 0 w 1713470"/>
              <a:gd name="connsiteY0" fmla="*/ 0 h 1935892"/>
              <a:gd name="connsiteX1" fmla="*/ 1696995 w 1713470"/>
              <a:gd name="connsiteY1" fmla="*/ 8238 h 1935892"/>
              <a:gd name="connsiteX2" fmla="*/ 1705233 w 1713470"/>
              <a:gd name="connsiteY2" fmla="*/ 1491049 h 1935892"/>
              <a:gd name="connsiteX3" fmla="*/ 1713470 w 1713470"/>
              <a:gd name="connsiteY3" fmla="*/ 1894703 h 1935892"/>
              <a:gd name="connsiteX4" fmla="*/ 922638 w 1713470"/>
              <a:gd name="connsiteY4" fmla="*/ 1935892 h 1935892"/>
              <a:gd name="connsiteX5" fmla="*/ 32952 w 1713470"/>
              <a:gd name="connsiteY5" fmla="*/ 1927655 h 1935892"/>
              <a:gd name="connsiteX6" fmla="*/ 65903 w 1713470"/>
              <a:gd name="connsiteY6" fmla="*/ 897925 h 1935892"/>
              <a:gd name="connsiteX7" fmla="*/ 0 w 1713470"/>
              <a:gd name="connsiteY7" fmla="*/ 0 h 1935892"/>
              <a:gd name="connsiteX0" fmla="*/ 15136 w 1680518"/>
              <a:gd name="connsiteY0" fmla="*/ 2417 h 1927654"/>
              <a:gd name="connsiteX1" fmla="*/ 1664043 w 1680518"/>
              <a:gd name="connsiteY1" fmla="*/ 0 h 1927654"/>
              <a:gd name="connsiteX2" fmla="*/ 1672281 w 1680518"/>
              <a:gd name="connsiteY2" fmla="*/ 1482811 h 1927654"/>
              <a:gd name="connsiteX3" fmla="*/ 1680518 w 1680518"/>
              <a:gd name="connsiteY3" fmla="*/ 1886465 h 1927654"/>
              <a:gd name="connsiteX4" fmla="*/ 889686 w 1680518"/>
              <a:gd name="connsiteY4" fmla="*/ 1927654 h 1927654"/>
              <a:gd name="connsiteX5" fmla="*/ 0 w 1680518"/>
              <a:gd name="connsiteY5" fmla="*/ 1919417 h 1927654"/>
              <a:gd name="connsiteX6" fmla="*/ 32951 w 1680518"/>
              <a:gd name="connsiteY6" fmla="*/ 889687 h 1927654"/>
              <a:gd name="connsiteX7" fmla="*/ 15136 w 1680518"/>
              <a:gd name="connsiteY7" fmla="*/ 2417 h 1927654"/>
              <a:gd name="connsiteX0" fmla="*/ 15136 w 1680518"/>
              <a:gd name="connsiteY0" fmla="*/ 10300 h 1935537"/>
              <a:gd name="connsiteX1" fmla="*/ 1664043 w 1680518"/>
              <a:gd name="connsiteY1" fmla="*/ 7883 h 1935537"/>
              <a:gd name="connsiteX2" fmla="*/ 1672281 w 1680518"/>
              <a:gd name="connsiteY2" fmla="*/ 1490694 h 1935537"/>
              <a:gd name="connsiteX3" fmla="*/ 1680518 w 1680518"/>
              <a:gd name="connsiteY3" fmla="*/ 1894348 h 1935537"/>
              <a:gd name="connsiteX4" fmla="*/ 889686 w 1680518"/>
              <a:gd name="connsiteY4" fmla="*/ 1935537 h 1935537"/>
              <a:gd name="connsiteX5" fmla="*/ 0 w 1680518"/>
              <a:gd name="connsiteY5" fmla="*/ 1927300 h 1935537"/>
              <a:gd name="connsiteX6" fmla="*/ 32951 w 1680518"/>
              <a:gd name="connsiteY6" fmla="*/ 897570 h 1935537"/>
              <a:gd name="connsiteX7" fmla="*/ 15136 w 1680518"/>
              <a:gd name="connsiteY7" fmla="*/ 10300 h 1935537"/>
              <a:gd name="connsiteX0" fmla="*/ 29118 w 1694500"/>
              <a:gd name="connsiteY0" fmla="*/ 10300 h 1935537"/>
              <a:gd name="connsiteX1" fmla="*/ 1678025 w 1694500"/>
              <a:gd name="connsiteY1" fmla="*/ 7883 h 1935537"/>
              <a:gd name="connsiteX2" fmla="*/ 1686263 w 1694500"/>
              <a:gd name="connsiteY2" fmla="*/ 1490694 h 1935537"/>
              <a:gd name="connsiteX3" fmla="*/ 1694500 w 1694500"/>
              <a:gd name="connsiteY3" fmla="*/ 1894348 h 1935537"/>
              <a:gd name="connsiteX4" fmla="*/ 903668 w 1694500"/>
              <a:gd name="connsiteY4" fmla="*/ 1935537 h 1935537"/>
              <a:gd name="connsiteX5" fmla="*/ 13982 w 1694500"/>
              <a:gd name="connsiteY5" fmla="*/ 1927300 h 1935537"/>
              <a:gd name="connsiteX6" fmla="*/ 46933 w 1694500"/>
              <a:gd name="connsiteY6" fmla="*/ 897570 h 1935537"/>
              <a:gd name="connsiteX7" fmla="*/ 29118 w 1694500"/>
              <a:gd name="connsiteY7" fmla="*/ 10300 h 1935537"/>
              <a:gd name="connsiteX0" fmla="*/ 39382 w 1704764"/>
              <a:gd name="connsiteY0" fmla="*/ 10300 h 1935537"/>
              <a:gd name="connsiteX1" fmla="*/ 1688289 w 1704764"/>
              <a:gd name="connsiteY1" fmla="*/ 7883 h 1935537"/>
              <a:gd name="connsiteX2" fmla="*/ 1696527 w 1704764"/>
              <a:gd name="connsiteY2" fmla="*/ 1490694 h 1935537"/>
              <a:gd name="connsiteX3" fmla="*/ 1704764 w 1704764"/>
              <a:gd name="connsiteY3" fmla="*/ 1894348 h 1935537"/>
              <a:gd name="connsiteX4" fmla="*/ 913932 w 1704764"/>
              <a:gd name="connsiteY4" fmla="*/ 1935537 h 1935537"/>
              <a:gd name="connsiteX5" fmla="*/ 24246 w 1704764"/>
              <a:gd name="connsiteY5" fmla="*/ 1927300 h 1935537"/>
              <a:gd name="connsiteX6" fmla="*/ 21132 w 1704764"/>
              <a:gd name="connsiteY6" fmla="*/ 897570 h 1935537"/>
              <a:gd name="connsiteX7" fmla="*/ 39382 w 1704764"/>
              <a:gd name="connsiteY7" fmla="*/ 10300 h 1935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04764" h="1935537">
                <a:moveTo>
                  <a:pt x="39382" y="10300"/>
                </a:moveTo>
                <a:cubicBezTo>
                  <a:pt x="552952" y="-11816"/>
                  <a:pt x="1138653" y="8689"/>
                  <a:pt x="1688289" y="7883"/>
                </a:cubicBezTo>
                <a:lnTo>
                  <a:pt x="1696527" y="1490694"/>
                </a:lnTo>
                <a:lnTo>
                  <a:pt x="1704764" y="1894348"/>
                </a:lnTo>
                <a:lnTo>
                  <a:pt x="913932" y="1935537"/>
                </a:lnTo>
                <a:lnTo>
                  <a:pt x="24246" y="1927300"/>
                </a:lnTo>
                <a:lnTo>
                  <a:pt x="21132" y="897570"/>
                </a:lnTo>
                <a:cubicBezTo>
                  <a:pt x="15194" y="601813"/>
                  <a:pt x="-32824" y="284747"/>
                  <a:pt x="39382" y="10300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7" name="자유형 66"/>
          <p:cNvSpPr/>
          <p:nvPr/>
        </p:nvSpPr>
        <p:spPr>
          <a:xfrm>
            <a:off x="5774477" y="1997369"/>
            <a:ext cx="653614" cy="322591"/>
          </a:xfrm>
          <a:custGeom>
            <a:avLst/>
            <a:gdLst>
              <a:gd name="connsiteX0" fmla="*/ 90616 w 1935892"/>
              <a:gd name="connsiteY0" fmla="*/ 57665 h 486032"/>
              <a:gd name="connsiteX1" fmla="*/ 0 w 1935892"/>
              <a:gd name="connsiteY1" fmla="*/ 140043 h 486032"/>
              <a:gd name="connsiteX2" fmla="*/ 74140 w 1935892"/>
              <a:gd name="connsiteY2" fmla="*/ 140043 h 486032"/>
              <a:gd name="connsiteX3" fmla="*/ 49427 w 1935892"/>
              <a:gd name="connsiteY3" fmla="*/ 205946 h 486032"/>
              <a:gd name="connsiteX4" fmla="*/ 131805 w 1935892"/>
              <a:gd name="connsiteY4" fmla="*/ 214183 h 486032"/>
              <a:gd name="connsiteX5" fmla="*/ 8238 w 1935892"/>
              <a:gd name="connsiteY5" fmla="*/ 247135 h 486032"/>
              <a:gd name="connsiteX6" fmla="*/ 123567 w 1935892"/>
              <a:gd name="connsiteY6" fmla="*/ 280086 h 486032"/>
              <a:gd name="connsiteX7" fmla="*/ 49427 w 1935892"/>
              <a:gd name="connsiteY7" fmla="*/ 313038 h 486032"/>
              <a:gd name="connsiteX8" fmla="*/ 148281 w 1935892"/>
              <a:gd name="connsiteY8" fmla="*/ 345989 h 486032"/>
              <a:gd name="connsiteX9" fmla="*/ 90616 w 1935892"/>
              <a:gd name="connsiteY9" fmla="*/ 370702 h 486032"/>
              <a:gd name="connsiteX10" fmla="*/ 57665 w 1935892"/>
              <a:gd name="connsiteY10" fmla="*/ 411892 h 486032"/>
              <a:gd name="connsiteX11" fmla="*/ 98854 w 1935892"/>
              <a:gd name="connsiteY11" fmla="*/ 428367 h 486032"/>
              <a:gd name="connsiteX12" fmla="*/ 57665 w 1935892"/>
              <a:gd name="connsiteY12" fmla="*/ 477794 h 486032"/>
              <a:gd name="connsiteX13" fmla="*/ 1878227 w 1935892"/>
              <a:gd name="connsiteY13" fmla="*/ 486032 h 486032"/>
              <a:gd name="connsiteX14" fmla="*/ 1787611 w 1935892"/>
              <a:gd name="connsiteY14" fmla="*/ 420129 h 486032"/>
              <a:gd name="connsiteX15" fmla="*/ 1853513 w 1935892"/>
              <a:gd name="connsiteY15" fmla="*/ 378940 h 486032"/>
              <a:gd name="connsiteX16" fmla="*/ 1828800 w 1935892"/>
              <a:gd name="connsiteY16" fmla="*/ 345989 h 486032"/>
              <a:gd name="connsiteX17" fmla="*/ 1919416 w 1935892"/>
              <a:gd name="connsiteY17" fmla="*/ 329513 h 486032"/>
              <a:gd name="connsiteX18" fmla="*/ 1861751 w 1935892"/>
              <a:gd name="connsiteY18" fmla="*/ 280086 h 486032"/>
              <a:gd name="connsiteX19" fmla="*/ 1935892 w 1935892"/>
              <a:gd name="connsiteY19" fmla="*/ 255373 h 486032"/>
              <a:gd name="connsiteX20" fmla="*/ 1837038 w 1935892"/>
              <a:gd name="connsiteY20" fmla="*/ 164756 h 486032"/>
              <a:gd name="connsiteX21" fmla="*/ 1869989 w 1935892"/>
              <a:gd name="connsiteY21" fmla="*/ 107092 h 486032"/>
              <a:gd name="connsiteX22" fmla="*/ 1762897 w 1935892"/>
              <a:gd name="connsiteY22" fmla="*/ 32951 h 486032"/>
              <a:gd name="connsiteX23" fmla="*/ 1804086 w 1935892"/>
              <a:gd name="connsiteY23" fmla="*/ 0 h 486032"/>
              <a:gd name="connsiteX24" fmla="*/ 90616 w 1935892"/>
              <a:gd name="connsiteY24" fmla="*/ 57665 h 486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935892" h="486032">
                <a:moveTo>
                  <a:pt x="90616" y="57665"/>
                </a:moveTo>
                <a:lnTo>
                  <a:pt x="0" y="140043"/>
                </a:lnTo>
                <a:lnTo>
                  <a:pt x="74140" y="140043"/>
                </a:lnTo>
                <a:lnTo>
                  <a:pt x="49427" y="205946"/>
                </a:lnTo>
                <a:lnTo>
                  <a:pt x="131805" y="214183"/>
                </a:lnTo>
                <a:lnTo>
                  <a:pt x="8238" y="247135"/>
                </a:lnTo>
                <a:lnTo>
                  <a:pt x="123567" y="280086"/>
                </a:lnTo>
                <a:lnTo>
                  <a:pt x="49427" y="313038"/>
                </a:lnTo>
                <a:lnTo>
                  <a:pt x="148281" y="345989"/>
                </a:lnTo>
                <a:lnTo>
                  <a:pt x="90616" y="370702"/>
                </a:lnTo>
                <a:lnTo>
                  <a:pt x="57665" y="411892"/>
                </a:lnTo>
                <a:lnTo>
                  <a:pt x="98854" y="428367"/>
                </a:lnTo>
                <a:lnTo>
                  <a:pt x="57665" y="477794"/>
                </a:lnTo>
                <a:lnTo>
                  <a:pt x="1878227" y="486032"/>
                </a:lnTo>
                <a:lnTo>
                  <a:pt x="1787611" y="420129"/>
                </a:lnTo>
                <a:lnTo>
                  <a:pt x="1853513" y="378940"/>
                </a:lnTo>
                <a:lnTo>
                  <a:pt x="1828800" y="345989"/>
                </a:lnTo>
                <a:lnTo>
                  <a:pt x="1919416" y="329513"/>
                </a:lnTo>
                <a:lnTo>
                  <a:pt x="1861751" y="280086"/>
                </a:lnTo>
                <a:lnTo>
                  <a:pt x="1935892" y="255373"/>
                </a:lnTo>
                <a:lnTo>
                  <a:pt x="1837038" y="164756"/>
                </a:lnTo>
                <a:lnTo>
                  <a:pt x="1869989" y="107092"/>
                </a:lnTo>
                <a:lnTo>
                  <a:pt x="1762897" y="32951"/>
                </a:lnTo>
                <a:lnTo>
                  <a:pt x="1804086" y="0"/>
                </a:lnTo>
                <a:lnTo>
                  <a:pt x="90616" y="57665"/>
                </a:lnTo>
                <a:close/>
              </a:path>
            </a:pathLst>
          </a:custGeom>
          <a:solidFill>
            <a:srgbClr val="EAC096">
              <a:alpha val="58000"/>
            </a:srgb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5933610" y="1556321"/>
            <a:ext cx="335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2.</a:t>
            </a:r>
          </a:p>
        </p:txBody>
      </p:sp>
      <p:sp>
        <p:nvSpPr>
          <p:cNvPr id="70" name="자유형 69"/>
          <p:cNvSpPr/>
          <p:nvPr/>
        </p:nvSpPr>
        <p:spPr>
          <a:xfrm>
            <a:off x="8446322" y="2366227"/>
            <a:ext cx="2580726" cy="2611159"/>
          </a:xfrm>
          <a:custGeom>
            <a:avLst/>
            <a:gdLst>
              <a:gd name="connsiteX0" fmla="*/ 0 w 1713470"/>
              <a:gd name="connsiteY0" fmla="*/ 0 h 1935892"/>
              <a:gd name="connsiteX1" fmla="*/ 1696995 w 1713470"/>
              <a:gd name="connsiteY1" fmla="*/ 8238 h 1935892"/>
              <a:gd name="connsiteX2" fmla="*/ 1705233 w 1713470"/>
              <a:gd name="connsiteY2" fmla="*/ 1491049 h 1935892"/>
              <a:gd name="connsiteX3" fmla="*/ 1713470 w 1713470"/>
              <a:gd name="connsiteY3" fmla="*/ 1894703 h 1935892"/>
              <a:gd name="connsiteX4" fmla="*/ 922638 w 1713470"/>
              <a:gd name="connsiteY4" fmla="*/ 1935892 h 1935892"/>
              <a:gd name="connsiteX5" fmla="*/ 32952 w 1713470"/>
              <a:gd name="connsiteY5" fmla="*/ 1927655 h 1935892"/>
              <a:gd name="connsiteX6" fmla="*/ 65903 w 1713470"/>
              <a:gd name="connsiteY6" fmla="*/ 897925 h 1935892"/>
              <a:gd name="connsiteX7" fmla="*/ 0 w 1713470"/>
              <a:gd name="connsiteY7" fmla="*/ 0 h 1935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13470" h="1935892">
                <a:moveTo>
                  <a:pt x="0" y="0"/>
                </a:moveTo>
                <a:lnTo>
                  <a:pt x="1696995" y="8238"/>
                </a:lnTo>
                <a:lnTo>
                  <a:pt x="1705233" y="1491049"/>
                </a:lnTo>
                <a:lnTo>
                  <a:pt x="1713470" y="1894703"/>
                </a:lnTo>
                <a:lnTo>
                  <a:pt x="922638" y="1935892"/>
                </a:lnTo>
                <a:lnTo>
                  <a:pt x="32952" y="1927655"/>
                </a:lnTo>
                <a:lnTo>
                  <a:pt x="65903" y="897925"/>
                </a:lnTo>
                <a:lnTo>
                  <a:pt x="0" y="0"/>
                </a:lnTo>
                <a:close/>
              </a:path>
            </a:pathLst>
          </a:custGeom>
          <a:pattFill prst="dkDnDiag">
            <a:fgClr>
              <a:schemeClr val="tx1">
                <a:lumMod val="65000"/>
                <a:lumOff val="35000"/>
              </a:schemeClr>
            </a:fgClr>
            <a:bgClr>
              <a:schemeClr val="bg1"/>
            </a:bgClr>
          </a:patt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/>
          <a:lstStyle/>
          <a:p>
            <a:pPr algn="ctr"/>
            <a:endParaRPr lang="en-US" altLang="ko-KR" sz="14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1" name="자유형 70"/>
          <p:cNvSpPr/>
          <p:nvPr/>
        </p:nvSpPr>
        <p:spPr>
          <a:xfrm>
            <a:off x="8403099" y="2338331"/>
            <a:ext cx="2567614" cy="2666949"/>
          </a:xfrm>
          <a:custGeom>
            <a:avLst/>
            <a:gdLst>
              <a:gd name="connsiteX0" fmla="*/ 0 w 1713470"/>
              <a:gd name="connsiteY0" fmla="*/ 0 h 1935892"/>
              <a:gd name="connsiteX1" fmla="*/ 1696995 w 1713470"/>
              <a:gd name="connsiteY1" fmla="*/ 8238 h 1935892"/>
              <a:gd name="connsiteX2" fmla="*/ 1705233 w 1713470"/>
              <a:gd name="connsiteY2" fmla="*/ 1491049 h 1935892"/>
              <a:gd name="connsiteX3" fmla="*/ 1713470 w 1713470"/>
              <a:gd name="connsiteY3" fmla="*/ 1894703 h 1935892"/>
              <a:gd name="connsiteX4" fmla="*/ 922638 w 1713470"/>
              <a:gd name="connsiteY4" fmla="*/ 1935892 h 1935892"/>
              <a:gd name="connsiteX5" fmla="*/ 32952 w 1713470"/>
              <a:gd name="connsiteY5" fmla="*/ 1927655 h 1935892"/>
              <a:gd name="connsiteX6" fmla="*/ 65903 w 1713470"/>
              <a:gd name="connsiteY6" fmla="*/ 897925 h 1935892"/>
              <a:gd name="connsiteX7" fmla="*/ 0 w 1713470"/>
              <a:gd name="connsiteY7" fmla="*/ 0 h 1935892"/>
              <a:gd name="connsiteX0" fmla="*/ 15136 w 1680518"/>
              <a:gd name="connsiteY0" fmla="*/ 2417 h 1927654"/>
              <a:gd name="connsiteX1" fmla="*/ 1664043 w 1680518"/>
              <a:gd name="connsiteY1" fmla="*/ 0 h 1927654"/>
              <a:gd name="connsiteX2" fmla="*/ 1672281 w 1680518"/>
              <a:gd name="connsiteY2" fmla="*/ 1482811 h 1927654"/>
              <a:gd name="connsiteX3" fmla="*/ 1680518 w 1680518"/>
              <a:gd name="connsiteY3" fmla="*/ 1886465 h 1927654"/>
              <a:gd name="connsiteX4" fmla="*/ 889686 w 1680518"/>
              <a:gd name="connsiteY4" fmla="*/ 1927654 h 1927654"/>
              <a:gd name="connsiteX5" fmla="*/ 0 w 1680518"/>
              <a:gd name="connsiteY5" fmla="*/ 1919417 h 1927654"/>
              <a:gd name="connsiteX6" fmla="*/ 32951 w 1680518"/>
              <a:gd name="connsiteY6" fmla="*/ 889687 h 1927654"/>
              <a:gd name="connsiteX7" fmla="*/ 15136 w 1680518"/>
              <a:gd name="connsiteY7" fmla="*/ 2417 h 1927654"/>
              <a:gd name="connsiteX0" fmla="*/ 15136 w 1680518"/>
              <a:gd name="connsiteY0" fmla="*/ 10300 h 1935537"/>
              <a:gd name="connsiteX1" fmla="*/ 1664043 w 1680518"/>
              <a:gd name="connsiteY1" fmla="*/ 7883 h 1935537"/>
              <a:gd name="connsiteX2" fmla="*/ 1672281 w 1680518"/>
              <a:gd name="connsiteY2" fmla="*/ 1490694 h 1935537"/>
              <a:gd name="connsiteX3" fmla="*/ 1680518 w 1680518"/>
              <a:gd name="connsiteY3" fmla="*/ 1894348 h 1935537"/>
              <a:gd name="connsiteX4" fmla="*/ 889686 w 1680518"/>
              <a:gd name="connsiteY4" fmla="*/ 1935537 h 1935537"/>
              <a:gd name="connsiteX5" fmla="*/ 0 w 1680518"/>
              <a:gd name="connsiteY5" fmla="*/ 1927300 h 1935537"/>
              <a:gd name="connsiteX6" fmla="*/ 32951 w 1680518"/>
              <a:gd name="connsiteY6" fmla="*/ 897570 h 1935537"/>
              <a:gd name="connsiteX7" fmla="*/ 15136 w 1680518"/>
              <a:gd name="connsiteY7" fmla="*/ 10300 h 1935537"/>
              <a:gd name="connsiteX0" fmla="*/ 29118 w 1694500"/>
              <a:gd name="connsiteY0" fmla="*/ 10300 h 1935537"/>
              <a:gd name="connsiteX1" fmla="*/ 1678025 w 1694500"/>
              <a:gd name="connsiteY1" fmla="*/ 7883 h 1935537"/>
              <a:gd name="connsiteX2" fmla="*/ 1686263 w 1694500"/>
              <a:gd name="connsiteY2" fmla="*/ 1490694 h 1935537"/>
              <a:gd name="connsiteX3" fmla="*/ 1694500 w 1694500"/>
              <a:gd name="connsiteY3" fmla="*/ 1894348 h 1935537"/>
              <a:gd name="connsiteX4" fmla="*/ 903668 w 1694500"/>
              <a:gd name="connsiteY4" fmla="*/ 1935537 h 1935537"/>
              <a:gd name="connsiteX5" fmla="*/ 13982 w 1694500"/>
              <a:gd name="connsiteY5" fmla="*/ 1927300 h 1935537"/>
              <a:gd name="connsiteX6" fmla="*/ 46933 w 1694500"/>
              <a:gd name="connsiteY6" fmla="*/ 897570 h 1935537"/>
              <a:gd name="connsiteX7" fmla="*/ 29118 w 1694500"/>
              <a:gd name="connsiteY7" fmla="*/ 10300 h 1935537"/>
              <a:gd name="connsiteX0" fmla="*/ 39382 w 1704764"/>
              <a:gd name="connsiteY0" fmla="*/ 10300 h 1935537"/>
              <a:gd name="connsiteX1" fmla="*/ 1688289 w 1704764"/>
              <a:gd name="connsiteY1" fmla="*/ 7883 h 1935537"/>
              <a:gd name="connsiteX2" fmla="*/ 1696527 w 1704764"/>
              <a:gd name="connsiteY2" fmla="*/ 1490694 h 1935537"/>
              <a:gd name="connsiteX3" fmla="*/ 1704764 w 1704764"/>
              <a:gd name="connsiteY3" fmla="*/ 1894348 h 1935537"/>
              <a:gd name="connsiteX4" fmla="*/ 913932 w 1704764"/>
              <a:gd name="connsiteY4" fmla="*/ 1935537 h 1935537"/>
              <a:gd name="connsiteX5" fmla="*/ 24246 w 1704764"/>
              <a:gd name="connsiteY5" fmla="*/ 1927300 h 1935537"/>
              <a:gd name="connsiteX6" fmla="*/ 21132 w 1704764"/>
              <a:gd name="connsiteY6" fmla="*/ 897570 h 1935537"/>
              <a:gd name="connsiteX7" fmla="*/ 39382 w 1704764"/>
              <a:gd name="connsiteY7" fmla="*/ 10300 h 1935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04764" h="1935537">
                <a:moveTo>
                  <a:pt x="39382" y="10300"/>
                </a:moveTo>
                <a:cubicBezTo>
                  <a:pt x="552952" y="-11816"/>
                  <a:pt x="1138653" y="8689"/>
                  <a:pt x="1688289" y="7883"/>
                </a:cubicBezTo>
                <a:lnTo>
                  <a:pt x="1696527" y="1490694"/>
                </a:lnTo>
                <a:lnTo>
                  <a:pt x="1704764" y="1894348"/>
                </a:lnTo>
                <a:lnTo>
                  <a:pt x="913932" y="1935537"/>
                </a:lnTo>
                <a:lnTo>
                  <a:pt x="24246" y="1927300"/>
                </a:lnTo>
                <a:lnTo>
                  <a:pt x="21132" y="897570"/>
                </a:lnTo>
                <a:cubicBezTo>
                  <a:pt x="15194" y="601813"/>
                  <a:pt x="-32824" y="284747"/>
                  <a:pt x="39382" y="10300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2" name="자유형 71"/>
          <p:cNvSpPr/>
          <p:nvPr/>
        </p:nvSpPr>
        <p:spPr>
          <a:xfrm>
            <a:off x="9366656" y="1997369"/>
            <a:ext cx="653614" cy="322591"/>
          </a:xfrm>
          <a:custGeom>
            <a:avLst/>
            <a:gdLst>
              <a:gd name="connsiteX0" fmla="*/ 90616 w 1935892"/>
              <a:gd name="connsiteY0" fmla="*/ 57665 h 486032"/>
              <a:gd name="connsiteX1" fmla="*/ 0 w 1935892"/>
              <a:gd name="connsiteY1" fmla="*/ 140043 h 486032"/>
              <a:gd name="connsiteX2" fmla="*/ 74140 w 1935892"/>
              <a:gd name="connsiteY2" fmla="*/ 140043 h 486032"/>
              <a:gd name="connsiteX3" fmla="*/ 49427 w 1935892"/>
              <a:gd name="connsiteY3" fmla="*/ 205946 h 486032"/>
              <a:gd name="connsiteX4" fmla="*/ 131805 w 1935892"/>
              <a:gd name="connsiteY4" fmla="*/ 214183 h 486032"/>
              <a:gd name="connsiteX5" fmla="*/ 8238 w 1935892"/>
              <a:gd name="connsiteY5" fmla="*/ 247135 h 486032"/>
              <a:gd name="connsiteX6" fmla="*/ 123567 w 1935892"/>
              <a:gd name="connsiteY6" fmla="*/ 280086 h 486032"/>
              <a:gd name="connsiteX7" fmla="*/ 49427 w 1935892"/>
              <a:gd name="connsiteY7" fmla="*/ 313038 h 486032"/>
              <a:gd name="connsiteX8" fmla="*/ 148281 w 1935892"/>
              <a:gd name="connsiteY8" fmla="*/ 345989 h 486032"/>
              <a:gd name="connsiteX9" fmla="*/ 90616 w 1935892"/>
              <a:gd name="connsiteY9" fmla="*/ 370702 h 486032"/>
              <a:gd name="connsiteX10" fmla="*/ 57665 w 1935892"/>
              <a:gd name="connsiteY10" fmla="*/ 411892 h 486032"/>
              <a:gd name="connsiteX11" fmla="*/ 98854 w 1935892"/>
              <a:gd name="connsiteY11" fmla="*/ 428367 h 486032"/>
              <a:gd name="connsiteX12" fmla="*/ 57665 w 1935892"/>
              <a:gd name="connsiteY12" fmla="*/ 477794 h 486032"/>
              <a:gd name="connsiteX13" fmla="*/ 1878227 w 1935892"/>
              <a:gd name="connsiteY13" fmla="*/ 486032 h 486032"/>
              <a:gd name="connsiteX14" fmla="*/ 1787611 w 1935892"/>
              <a:gd name="connsiteY14" fmla="*/ 420129 h 486032"/>
              <a:gd name="connsiteX15" fmla="*/ 1853513 w 1935892"/>
              <a:gd name="connsiteY15" fmla="*/ 378940 h 486032"/>
              <a:gd name="connsiteX16" fmla="*/ 1828800 w 1935892"/>
              <a:gd name="connsiteY16" fmla="*/ 345989 h 486032"/>
              <a:gd name="connsiteX17" fmla="*/ 1919416 w 1935892"/>
              <a:gd name="connsiteY17" fmla="*/ 329513 h 486032"/>
              <a:gd name="connsiteX18" fmla="*/ 1861751 w 1935892"/>
              <a:gd name="connsiteY18" fmla="*/ 280086 h 486032"/>
              <a:gd name="connsiteX19" fmla="*/ 1935892 w 1935892"/>
              <a:gd name="connsiteY19" fmla="*/ 255373 h 486032"/>
              <a:gd name="connsiteX20" fmla="*/ 1837038 w 1935892"/>
              <a:gd name="connsiteY20" fmla="*/ 164756 h 486032"/>
              <a:gd name="connsiteX21" fmla="*/ 1869989 w 1935892"/>
              <a:gd name="connsiteY21" fmla="*/ 107092 h 486032"/>
              <a:gd name="connsiteX22" fmla="*/ 1762897 w 1935892"/>
              <a:gd name="connsiteY22" fmla="*/ 32951 h 486032"/>
              <a:gd name="connsiteX23" fmla="*/ 1804086 w 1935892"/>
              <a:gd name="connsiteY23" fmla="*/ 0 h 486032"/>
              <a:gd name="connsiteX24" fmla="*/ 90616 w 1935892"/>
              <a:gd name="connsiteY24" fmla="*/ 57665 h 486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935892" h="486032">
                <a:moveTo>
                  <a:pt x="90616" y="57665"/>
                </a:moveTo>
                <a:lnTo>
                  <a:pt x="0" y="140043"/>
                </a:lnTo>
                <a:lnTo>
                  <a:pt x="74140" y="140043"/>
                </a:lnTo>
                <a:lnTo>
                  <a:pt x="49427" y="205946"/>
                </a:lnTo>
                <a:lnTo>
                  <a:pt x="131805" y="214183"/>
                </a:lnTo>
                <a:lnTo>
                  <a:pt x="8238" y="247135"/>
                </a:lnTo>
                <a:lnTo>
                  <a:pt x="123567" y="280086"/>
                </a:lnTo>
                <a:lnTo>
                  <a:pt x="49427" y="313038"/>
                </a:lnTo>
                <a:lnTo>
                  <a:pt x="148281" y="345989"/>
                </a:lnTo>
                <a:lnTo>
                  <a:pt x="90616" y="370702"/>
                </a:lnTo>
                <a:lnTo>
                  <a:pt x="57665" y="411892"/>
                </a:lnTo>
                <a:lnTo>
                  <a:pt x="98854" y="428367"/>
                </a:lnTo>
                <a:lnTo>
                  <a:pt x="57665" y="477794"/>
                </a:lnTo>
                <a:lnTo>
                  <a:pt x="1878227" y="486032"/>
                </a:lnTo>
                <a:lnTo>
                  <a:pt x="1787611" y="420129"/>
                </a:lnTo>
                <a:lnTo>
                  <a:pt x="1853513" y="378940"/>
                </a:lnTo>
                <a:lnTo>
                  <a:pt x="1828800" y="345989"/>
                </a:lnTo>
                <a:lnTo>
                  <a:pt x="1919416" y="329513"/>
                </a:lnTo>
                <a:lnTo>
                  <a:pt x="1861751" y="280086"/>
                </a:lnTo>
                <a:lnTo>
                  <a:pt x="1935892" y="255373"/>
                </a:lnTo>
                <a:lnTo>
                  <a:pt x="1837038" y="164756"/>
                </a:lnTo>
                <a:lnTo>
                  <a:pt x="1869989" y="107092"/>
                </a:lnTo>
                <a:lnTo>
                  <a:pt x="1762897" y="32951"/>
                </a:lnTo>
                <a:lnTo>
                  <a:pt x="1804086" y="0"/>
                </a:lnTo>
                <a:lnTo>
                  <a:pt x="90616" y="57665"/>
                </a:lnTo>
                <a:close/>
              </a:path>
            </a:pathLst>
          </a:custGeom>
          <a:solidFill>
            <a:srgbClr val="EAC096">
              <a:alpha val="58000"/>
            </a:srgb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9525789" y="1556321"/>
            <a:ext cx="335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3.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3E6CA5-C9B0-48BB-9F82-80281A2F6512}"/>
              </a:ext>
            </a:extLst>
          </p:cNvPr>
          <p:cNvSpPr txBox="1"/>
          <p:nvPr/>
        </p:nvSpPr>
        <p:spPr>
          <a:xfrm>
            <a:off x="1231853" y="3161297"/>
            <a:ext cx="2749923" cy="2514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dirty="0">
                <a:latin typeface="야놀자 야체 B"/>
                <a:ea typeface="나눔스퀘어라운드 Regular" panose="020B0600000101010101" pitchFamily="50" charset="-127"/>
              </a:rPr>
              <a:t>‘</a:t>
            </a:r>
            <a:r>
              <a:rPr lang="ko-KR" altLang="en-US" dirty="0">
                <a:latin typeface="야놀자 야체 B"/>
                <a:ea typeface="나눔스퀘어라운드 Regular" panose="020B0600000101010101" pitchFamily="50" charset="-127"/>
              </a:rPr>
              <a:t>술술</a:t>
            </a:r>
            <a:r>
              <a:rPr lang="en-US" altLang="ko-KR" dirty="0">
                <a:latin typeface="야놀자 야체 B"/>
                <a:ea typeface="나눔스퀘어라운드 Regular" panose="020B0600000101010101" pitchFamily="50" charset="-127"/>
              </a:rPr>
              <a:t>’</a:t>
            </a:r>
            <a:r>
              <a:rPr lang="ko-KR" altLang="en-US" dirty="0">
                <a:latin typeface="야놀자 야체 B"/>
                <a:ea typeface="나눔스퀘어라운드 Regular" panose="020B0600000101010101" pitchFamily="50" charset="-127"/>
              </a:rPr>
              <a:t>은 한국 술의 종류와 특징을 소개하는 사이트</a:t>
            </a:r>
            <a:endParaRPr lang="en-US" altLang="ko-KR" dirty="0">
              <a:latin typeface="야놀자 야체 B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dirty="0">
              <a:latin typeface="야놀자 야체 B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dirty="0">
              <a:latin typeface="야놀자 야체 B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dirty="0">
              <a:latin typeface="야놀자 야체 B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r>
              <a:rPr lang="ko-KR" altLang="en-US" dirty="0">
                <a:latin typeface="야놀자 야체 B"/>
                <a:ea typeface="나눔스퀘어라운드 Regular" panose="020B0600000101010101" pitchFamily="50" charset="-127"/>
              </a:rPr>
              <a:t> </a:t>
            </a:r>
            <a:endParaRPr lang="en-US" altLang="ko-KR" dirty="0">
              <a:latin typeface="야놀자 야체 B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dirty="0">
              <a:latin typeface="야놀자 야체 B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r>
              <a:rPr lang="ko-KR" altLang="en-US" dirty="0">
                <a:latin typeface="야놀자 야체 B"/>
                <a:ea typeface="나눔스퀘어라운드 Regular" panose="020B0600000101010101" pitchFamily="50" charset="-127"/>
              </a:rPr>
              <a:t> </a:t>
            </a:r>
            <a:endParaRPr lang="en-US" altLang="ko-KR" dirty="0">
              <a:latin typeface="야놀자 야체 B"/>
              <a:ea typeface="나눔스퀘어라운드 Regular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791141-FFF6-4857-9207-9D7339CCCB7B}"/>
              </a:ext>
            </a:extLst>
          </p:cNvPr>
          <p:cNvSpPr txBox="1"/>
          <p:nvPr/>
        </p:nvSpPr>
        <p:spPr>
          <a:xfrm>
            <a:off x="4976918" y="3099747"/>
            <a:ext cx="3345676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dirty="0">
                <a:latin typeface="야놀자 야체 B"/>
                <a:ea typeface="나눔스퀘어라운드 Regular" panose="020B0600000101010101" pitchFamily="50" charset="-127"/>
              </a:rPr>
              <a:t>과실주</a:t>
            </a:r>
            <a:r>
              <a:rPr lang="en-US" altLang="ko-KR" dirty="0">
                <a:latin typeface="야놀자 야체 B"/>
                <a:ea typeface="나눔스퀘어라운드 Regular" panose="020B0600000101010101" pitchFamily="50" charset="-127"/>
              </a:rPr>
              <a:t>,</a:t>
            </a:r>
            <a:r>
              <a:rPr lang="ko-KR" altLang="en-US" dirty="0">
                <a:latin typeface="야놀자 야체 B"/>
                <a:ea typeface="나눔스퀘어라운드 Regular" panose="020B0600000101010101" pitchFamily="50" charset="-127"/>
              </a:rPr>
              <a:t>막걸리</a:t>
            </a:r>
            <a:r>
              <a:rPr lang="en-US" altLang="ko-KR" dirty="0">
                <a:latin typeface="야놀자 야체 B"/>
                <a:ea typeface="나눔스퀘어라운드 Regular" panose="020B0600000101010101" pitchFamily="50" charset="-127"/>
              </a:rPr>
              <a:t>,</a:t>
            </a:r>
            <a:r>
              <a:rPr lang="ko-KR" altLang="en-US" dirty="0">
                <a:latin typeface="야놀자 야체 B"/>
                <a:ea typeface="나눔스퀘어라운드 Regular" panose="020B0600000101010101" pitchFamily="50" charset="-127"/>
              </a:rPr>
              <a:t>소주</a:t>
            </a:r>
            <a:r>
              <a:rPr lang="en-US" altLang="ko-KR" dirty="0">
                <a:latin typeface="야놀자 야체 B"/>
                <a:ea typeface="나눔스퀘어라운드 Regular" panose="020B0600000101010101" pitchFamily="50" charset="-127"/>
              </a:rPr>
              <a:t>,</a:t>
            </a:r>
          </a:p>
          <a:p>
            <a:pPr>
              <a:lnSpc>
                <a:spcPct val="110000"/>
              </a:lnSpc>
            </a:pPr>
            <a:r>
              <a:rPr lang="ko-KR" altLang="en-US" dirty="0">
                <a:latin typeface="야놀자 야체 B"/>
                <a:ea typeface="나눔스퀘어라운드 Regular" panose="020B0600000101010101" pitchFamily="50" charset="-127"/>
              </a:rPr>
              <a:t>약주</a:t>
            </a:r>
            <a:r>
              <a:rPr lang="en-US" altLang="ko-KR" dirty="0">
                <a:latin typeface="야놀자 야체 B"/>
                <a:ea typeface="나눔스퀘어라운드 Regular" panose="020B0600000101010101" pitchFamily="50" charset="-127"/>
              </a:rPr>
              <a:t>/</a:t>
            </a:r>
            <a:r>
              <a:rPr lang="ko-KR" altLang="en-US" dirty="0">
                <a:latin typeface="야놀자 야체 B"/>
                <a:ea typeface="나눔스퀘어라운드 Regular" panose="020B0600000101010101" pitchFamily="50" charset="-127"/>
              </a:rPr>
              <a:t>청주 등</a:t>
            </a:r>
            <a:r>
              <a:rPr lang="en-US" altLang="ko-KR" dirty="0">
                <a:latin typeface="야놀자 야체 B"/>
                <a:ea typeface="나눔스퀘어라운드 Regular" panose="020B0600000101010101" pitchFamily="50" charset="-127"/>
              </a:rPr>
              <a:t> </a:t>
            </a:r>
            <a:r>
              <a:rPr lang="ko-KR" altLang="en-US" dirty="0">
                <a:latin typeface="야놀자 야체 B"/>
                <a:ea typeface="나눔스퀘어라운드 Regular" panose="020B0600000101010101" pitchFamily="50" charset="-127"/>
              </a:rPr>
              <a:t>다양한 </a:t>
            </a:r>
            <a:endParaRPr lang="en-US" altLang="ko-KR" dirty="0">
              <a:latin typeface="야놀자 야체 B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r>
              <a:rPr lang="ko-KR" altLang="en-US" dirty="0">
                <a:latin typeface="야놀자 야체 B"/>
                <a:ea typeface="나눔스퀘어라운드 Regular" panose="020B0600000101010101" pitchFamily="50" charset="-127"/>
              </a:rPr>
              <a:t>우리 술 종류 소개</a:t>
            </a:r>
            <a:endParaRPr lang="en-US" altLang="ko-KR" dirty="0">
              <a:latin typeface="야놀자 야체 B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endParaRPr lang="ko-KR" altLang="en-US" dirty="0">
              <a:latin typeface="야놀자 야체 B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62D79F-7EA5-4C3B-8ED6-29C081E7B31D}"/>
              </a:ext>
            </a:extLst>
          </p:cNvPr>
          <p:cNvSpPr txBox="1"/>
          <p:nvPr/>
        </p:nvSpPr>
        <p:spPr>
          <a:xfrm>
            <a:off x="8445369" y="3109058"/>
            <a:ext cx="2473754" cy="988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dirty="0">
                <a:latin typeface="야놀자 야체 B"/>
              </a:rPr>
              <a:t> 종류별 우리 술의 기본</a:t>
            </a:r>
            <a:endParaRPr lang="en-US" altLang="ko-KR" dirty="0">
              <a:latin typeface="야놀자 야체 B"/>
            </a:endParaRPr>
          </a:p>
          <a:p>
            <a:pPr>
              <a:lnSpc>
                <a:spcPct val="110000"/>
              </a:lnSpc>
            </a:pPr>
            <a:r>
              <a:rPr lang="ko-KR" altLang="en-US" dirty="0">
                <a:latin typeface="야놀자 야체 B"/>
              </a:rPr>
              <a:t>정보</a:t>
            </a:r>
            <a:r>
              <a:rPr lang="en-US" altLang="ko-KR" dirty="0">
                <a:latin typeface="야놀자 야체 B"/>
              </a:rPr>
              <a:t>, </a:t>
            </a:r>
            <a:r>
              <a:rPr lang="ko-KR" altLang="en-US" dirty="0">
                <a:latin typeface="야놀자 야체 B"/>
              </a:rPr>
              <a:t>풍부한 맛과 향</a:t>
            </a:r>
            <a:r>
              <a:rPr lang="en-US" altLang="ko-KR" dirty="0">
                <a:latin typeface="야놀자 야체 B"/>
              </a:rPr>
              <a:t>,</a:t>
            </a:r>
          </a:p>
          <a:p>
            <a:pPr>
              <a:lnSpc>
                <a:spcPct val="110000"/>
              </a:lnSpc>
            </a:pPr>
            <a:r>
              <a:rPr lang="ko-KR" altLang="en-US" dirty="0">
                <a:latin typeface="야놀자 야체 B"/>
              </a:rPr>
              <a:t>인기 상품</a:t>
            </a:r>
            <a:r>
              <a:rPr lang="en-US" altLang="ko-KR" dirty="0">
                <a:latin typeface="야놀자 야체 B"/>
              </a:rPr>
              <a:t> </a:t>
            </a:r>
            <a:r>
              <a:rPr lang="ko-KR" altLang="en-US" dirty="0">
                <a:latin typeface="야놀자 야체 B"/>
              </a:rPr>
              <a:t>안내 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7143B38B-89FC-4ECF-8FCD-A31142B90641}"/>
              </a:ext>
            </a:extLst>
          </p:cNvPr>
          <p:cNvSpPr/>
          <p:nvPr/>
        </p:nvSpPr>
        <p:spPr>
          <a:xfrm>
            <a:off x="2227660" y="1366503"/>
            <a:ext cx="576000" cy="576000"/>
          </a:xfrm>
          <a:prstGeom prst="ellipse">
            <a:avLst/>
          </a:prstGeom>
          <a:solidFill>
            <a:srgbClr val="FF80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en-US" altLang="ko-KR" b="1" dirty="0">
                <a:solidFill>
                  <a:prstClr val="white"/>
                </a:solidFill>
                <a:latin typeface="야놀자 야체 B"/>
                <a:ea typeface="나눔스퀘어라운드 Regular" panose="020B0600000101010101" pitchFamily="50" charset="-127"/>
              </a:rPr>
              <a:t>1.</a:t>
            </a:r>
            <a:endParaRPr lang="ko-KR" altLang="en-US" b="1" dirty="0">
              <a:solidFill>
                <a:prstClr val="white"/>
              </a:solidFill>
              <a:latin typeface="야놀자 야체 B"/>
              <a:ea typeface="나눔스퀘어라운드 Regular" panose="020B0600000101010101" pitchFamily="50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264828DF-ABE1-4786-AC9E-42B0EE400C86}"/>
              </a:ext>
            </a:extLst>
          </p:cNvPr>
          <p:cNvSpPr/>
          <p:nvPr/>
        </p:nvSpPr>
        <p:spPr>
          <a:xfrm>
            <a:off x="5819839" y="1362660"/>
            <a:ext cx="576000" cy="576000"/>
          </a:xfrm>
          <a:prstGeom prst="ellipse">
            <a:avLst/>
          </a:prstGeom>
          <a:solidFill>
            <a:srgbClr val="FF80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en-US" altLang="ko-KR" b="1" dirty="0">
                <a:solidFill>
                  <a:prstClr val="white"/>
                </a:solidFill>
                <a:latin typeface="야놀자 야체 B"/>
                <a:ea typeface="나눔스퀘어라운드 Regular" panose="020B0600000101010101" pitchFamily="50" charset="-127"/>
              </a:rPr>
              <a:t>2.</a:t>
            </a:r>
            <a:endParaRPr lang="ko-KR" altLang="en-US" b="1" dirty="0">
              <a:solidFill>
                <a:prstClr val="white"/>
              </a:solidFill>
              <a:latin typeface="야놀자 야체 B"/>
              <a:ea typeface="나눔스퀘어라운드 Regular" panose="020B0600000101010101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1F4510C6-C285-4EF1-9F1F-84DCAA3B5FAB}"/>
              </a:ext>
            </a:extLst>
          </p:cNvPr>
          <p:cNvSpPr/>
          <p:nvPr/>
        </p:nvSpPr>
        <p:spPr>
          <a:xfrm>
            <a:off x="9361695" y="1362660"/>
            <a:ext cx="576000" cy="576000"/>
          </a:xfrm>
          <a:prstGeom prst="ellipse">
            <a:avLst/>
          </a:prstGeom>
          <a:solidFill>
            <a:srgbClr val="FF80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en-US" altLang="ko-KR" b="1" dirty="0">
                <a:solidFill>
                  <a:prstClr val="white"/>
                </a:solidFill>
                <a:latin typeface="야놀자 야체 B"/>
                <a:ea typeface="나눔스퀘어라운드 Regular" panose="020B0600000101010101" pitchFamily="50" charset="-127"/>
              </a:rPr>
              <a:t>3.</a:t>
            </a:r>
            <a:endParaRPr lang="ko-KR" altLang="en-US" b="1" dirty="0">
              <a:solidFill>
                <a:prstClr val="white"/>
              </a:solidFill>
              <a:latin typeface="야놀자 야체 B"/>
              <a:ea typeface="나눔스퀘어라운드 Regular" panose="020B0600000101010101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D26B753-E72D-48CF-BDD1-619A4A0D9160}"/>
              </a:ext>
            </a:extLst>
          </p:cNvPr>
          <p:cNvSpPr/>
          <p:nvPr/>
        </p:nvSpPr>
        <p:spPr>
          <a:xfrm>
            <a:off x="861896" y="19614"/>
            <a:ext cx="6580930" cy="6110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10000"/>
              </a:lnSpc>
              <a:defRPr/>
            </a:pP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1.1</a:t>
            </a: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야놀자 야체 B"/>
                <a:ea typeface="나눔스퀘어라운드 Regular" panose="020B0600000101010101" pitchFamily="50" charset="-127"/>
              </a:rPr>
              <a:t> 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야놀자 야체 B"/>
                <a:ea typeface="나눔스퀘어라운드 Regular" panose="020B0600000101010101" pitchFamily="50" charset="-127"/>
              </a:rPr>
              <a:t>웹사이트 소개</a:t>
            </a: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야놀자 야체 B"/>
                <a:ea typeface="나눔스퀘어라운드 Regular" panose="020B0600000101010101" pitchFamily="50" charset="-127"/>
              </a:rPr>
              <a:t>: 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야놀자 야체 B"/>
                <a:ea typeface="나눔스퀘어라운드 Regular" panose="020B0600000101010101" pitchFamily="50" charset="-127"/>
              </a:rPr>
              <a:t>술술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727FB003-52A3-4B7F-8AD4-1D39E19D6B6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00" y="-52353"/>
            <a:ext cx="880477" cy="880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350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5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47559" y="740200"/>
            <a:ext cx="11707374" cy="5897666"/>
          </a:xfrm>
          <a:prstGeom prst="rect">
            <a:avLst/>
          </a:prstGeom>
          <a:solidFill>
            <a:schemeClr val="bg1"/>
          </a:solidFill>
          <a:ln w="41275">
            <a:solidFill>
              <a:srgbClr val="D993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0000"/>
              </a:lnSpc>
            </a:pPr>
            <a:r>
              <a:rPr lang="ko-KR" altLang="en-US" dirty="0">
                <a:latin typeface="야놀자 야체 B"/>
                <a:ea typeface="나눔스퀘어라운드 Regular" panose="020B0600000101010101" pitchFamily="50" charset="-127"/>
              </a:rPr>
              <a:t>세련된 우리 술을 소개</a:t>
            </a:r>
            <a:endParaRPr lang="en-US" altLang="ko-KR" dirty="0">
              <a:latin typeface="야놀자 야체 B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dirty="0">
              <a:latin typeface="야놀자 야체 B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r>
              <a:rPr lang="ko-KR" altLang="en-US" dirty="0">
                <a:latin typeface="야놀자 야체 B"/>
                <a:ea typeface="나눔스퀘어라운드 Regular" panose="020B0600000101010101" pitchFamily="50" charset="-127"/>
              </a:rPr>
              <a:t>우리 술의 섬세한 향과 맛을 소개 </a:t>
            </a:r>
            <a:endParaRPr lang="en-US" altLang="ko-KR" dirty="0">
              <a:latin typeface="야놀자 야체 B"/>
              <a:ea typeface="나눔스퀘어라운드 Regular" panose="020B0600000101010101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861896" y="19614"/>
            <a:ext cx="6580930" cy="6110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10000"/>
              </a:lnSpc>
              <a:defRPr/>
            </a:pP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1.2</a:t>
            </a: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야놀자 야체 B"/>
                <a:ea typeface="나눔스퀘어라운드 Regular" panose="020B0600000101010101" pitchFamily="50" charset="-127"/>
              </a:rPr>
              <a:t> 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야놀자 야체 B"/>
                <a:ea typeface="나눔스퀘어라운드 Regular" panose="020B0600000101010101" pitchFamily="50" charset="-127"/>
              </a:rPr>
              <a:t>술술 웹사이트 제작 목적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A9DACDD5-D636-4D49-8111-B2EA4E3432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00" y="-52353"/>
            <a:ext cx="880477" cy="88047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894BFC-40E1-48EC-940C-DDA9FD156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38" y="1765300"/>
            <a:ext cx="6141098" cy="4574745"/>
          </a:xfrm>
          <a:prstGeom prst="rect">
            <a:avLst/>
          </a:prstGeom>
          <a:noFill/>
          <a:ln w="12700">
            <a:solidFill>
              <a:schemeClr val="accent2">
                <a:lumMod val="60000"/>
                <a:lumOff val="40000"/>
              </a:schemeClr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D8B3FA-2404-4812-8589-7098D64EE1F1}"/>
              </a:ext>
            </a:extLst>
          </p:cNvPr>
          <p:cNvSpPr txBox="1"/>
          <p:nvPr/>
        </p:nvSpPr>
        <p:spPr>
          <a:xfrm>
            <a:off x="7533227" y="1765300"/>
            <a:ext cx="4182462" cy="3736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미국 샌프란시스코 </a:t>
            </a:r>
            <a:r>
              <a:rPr lang="ko-KR" altLang="en-US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국제주류품평회에서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진맥 소주 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53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도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: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‘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더블골드 메달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’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수상</a:t>
            </a: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진맥소주 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40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도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: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‘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골드 메달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’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을 수상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</a:p>
          <a:p>
            <a:pPr>
              <a:lnSpc>
                <a:spcPct val="110000"/>
              </a:lnSpc>
            </a:pP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세계적으로 우리 술의 우수성을 인정 받음</a:t>
            </a: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 </a:t>
            </a:r>
            <a:r>
              <a:rPr lang="ko-KR" altLang="en-US" b="1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우수한 우리 술을 널리 알리고자</a:t>
            </a:r>
            <a:endParaRPr lang="en-US" altLang="ko-KR" b="1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r>
              <a:rPr lang="ko-KR" altLang="en-US" b="1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 우리 술 정보 사이트 제작 기획</a:t>
            </a:r>
            <a:endParaRPr lang="en-US" altLang="ko-KR" b="1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9BC8281-6D57-46B4-9045-0D70B50328F5}"/>
              </a:ext>
            </a:extLst>
          </p:cNvPr>
          <p:cNvSpPr/>
          <p:nvPr/>
        </p:nvSpPr>
        <p:spPr>
          <a:xfrm>
            <a:off x="1197878" y="2273898"/>
            <a:ext cx="673100" cy="203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CCCFDEC-7B67-4F5B-8722-EB6E20743DBC}"/>
              </a:ext>
            </a:extLst>
          </p:cNvPr>
          <p:cNvSpPr/>
          <p:nvPr/>
        </p:nvSpPr>
        <p:spPr>
          <a:xfrm>
            <a:off x="627838" y="956790"/>
            <a:ext cx="6580930" cy="6110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10000"/>
              </a:lnSpc>
              <a:defRPr/>
            </a:pP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야놀자 야체 B"/>
                <a:ea typeface="나눔스퀘어라운드 Regular" panose="020B0600000101010101" pitchFamily="50" charset="-127"/>
              </a:rPr>
              <a:t>기사</a:t>
            </a: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1</a:t>
            </a:r>
            <a:endParaRPr lang="ko-KR" altLang="en-US" sz="3200" b="1" kern="0" dirty="0">
              <a:solidFill>
                <a:prstClr val="black">
                  <a:lumMod val="75000"/>
                  <a:lumOff val="25000"/>
                </a:prstClr>
              </a:solidFill>
              <a:latin typeface="야놀자 야체 B"/>
              <a:ea typeface="나눔스퀘어라운드 Regular" panose="020B0600000101010101" pitchFamily="50" charset="-127"/>
            </a:endParaRPr>
          </a:p>
        </p:txBody>
      </p:sp>
      <p:sp>
        <p:nvSpPr>
          <p:cNvPr id="11" name="사각형: 둥근 모서리 13">
            <a:extLst>
              <a:ext uri="{FF2B5EF4-FFF2-40B4-BE49-F238E27FC236}">
                <a16:creationId xmlns:a16="http://schemas.microsoft.com/office/drawing/2014/main" id="{6AB7F147-56D8-4EFD-829F-889F3EEA96C4}"/>
              </a:ext>
            </a:extLst>
          </p:cNvPr>
          <p:cNvSpPr/>
          <p:nvPr/>
        </p:nvSpPr>
        <p:spPr>
          <a:xfrm>
            <a:off x="7338976" y="1862153"/>
            <a:ext cx="134292" cy="142250"/>
          </a:xfrm>
          <a:prstGeom prst="ellipse">
            <a:avLst/>
          </a:prstGeom>
          <a:solidFill>
            <a:schemeClr val="bg1"/>
          </a:solidFill>
          <a:ln w="25400">
            <a:solidFill>
              <a:srgbClr val="D993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>
              <a:solidFill>
                <a:srgbClr val="49342E"/>
              </a:solidFill>
            </a:endParaRPr>
          </a:p>
        </p:txBody>
      </p:sp>
      <p:sp>
        <p:nvSpPr>
          <p:cNvPr id="12" name="사각형: 둥근 모서리 13">
            <a:extLst>
              <a:ext uri="{FF2B5EF4-FFF2-40B4-BE49-F238E27FC236}">
                <a16:creationId xmlns:a16="http://schemas.microsoft.com/office/drawing/2014/main" id="{BC5658EE-E9F8-43D5-BD15-25CD58F50A3F}"/>
              </a:ext>
            </a:extLst>
          </p:cNvPr>
          <p:cNvSpPr/>
          <p:nvPr/>
        </p:nvSpPr>
        <p:spPr>
          <a:xfrm>
            <a:off x="7337719" y="3126356"/>
            <a:ext cx="134292" cy="142250"/>
          </a:xfrm>
          <a:prstGeom prst="ellipse">
            <a:avLst/>
          </a:prstGeom>
          <a:solidFill>
            <a:schemeClr val="bg1"/>
          </a:solidFill>
          <a:ln w="25400">
            <a:solidFill>
              <a:srgbClr val="D993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>
              <a:solidFill>
                <a:srgbClr val="49342E"/>
              </a:solidFill>
            </a:endParaRPr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E814A2D0-4917-47CD-9271-A595441D2EFF}"/>
              </a:ext>
            </a:extLst>
          </p:cNvPr>
          <p:cNvSpPr/>
          <p:nvPr/>
        </p:nvSpPr>
        <p:spPr>
          <a:xfrm>
            <a:off x="7337719" y="3988677"/>
            <a:ext cx="416825" cy="402671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181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5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47559" y="740200"/>
            <a:ext cx="11707374" cy="5897666"/>
          </a:xfrm>
          <a:prstGeom prst="rect">
            <a:avLst/>
          </a:prstGeom>
          <a:solidFill>
            <a:schemeClr val="bg1"/>
          </a:solidFill>
          <a:ln w="41275">
            <a:solidFill>
              <a:srgbClr val="D993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0000"/>
              </a:lnSpc>
            </a:pPr>
            <a:r>
              <a:rPr lang="ko-KR" altLang="en-US" dirty="0">
                <a:latin typeface="야놀자 야체 B"/>
                <a:ea typeface="나눔스퀘어라운드 Regular" panose="020B0600000101010101" pitchFamily="50" charset="-127"/>
              </a:rPr>
              <a:t>세련된 우리 술을 소개</a:t>
            </a:r>
            <a:endParaRPr lang="en-US" altLang="ko-KR" dirty="0">
              <a:latin typeface="야놀자 야체 B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dirty="0">
              <a:latin typeface="야놀자 야체 B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r>
              <a:rPr lang="ko-KR" altLang="en-US" dirty="0">
                <a:latin typeface="야놀자 야체 B"/>
                <a:ea typeface="나눔스퀘어라운드 Regular" panose="020B0600000101010101" pitchFamily="50" charset="-127"/>
              </a:rPr>
              <a:t>우리 술의 섬세한 향과 맛을 소개 </a:t>
            </a:r>
            <a:endParaRPr lang="en-US" altLang="ko-KR" dirty="0">
              <a:latin typeface="야놀자 야체 B"/>
              <a:ea typeface="나눔스퀘어라운드 Regular" panose="020B0600000101010101" pitchFamily="50" charset="-127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A9DACDD5-D636-4D49-8111-B2EA4E3432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00" y="-52353"/>
            <a:ext cx="880477" cy="8804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D8B3FA-2404-4812-8589-7098D64EE1F1}"/>
              </a:ext>
            </a:extLst>
          </p:cNvPr>
          <p:cNvSpPr txBox="1"/>
          <p:nvPr/>
        </p:nvSpPr>
        <p:spPr>
          <a:xfrm>
            <a:off x="7981641" y="1765227"/>
            <a:ext cx="3712678" cy="3431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2030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밀레니엄 세대 사이에서 </a:t>
            </a: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유행하는 우리 전통 술 막걸리 </a:t>
            </a: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낡은 이미지에서 벗어나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젊은 세대의 트렌드로 자리 잡는 우리 술</a:t>
            </a: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 </a:t>
            </a:r>
          </a:p>
          <a:p>
            <a:pPr>
              <a:lnSpc>
                <a:spcPct val="110000"/>
              </a:lnSpc>
            </a:pPr>
            <a:r>
              <a:rPr lang="en-US" altLang="ko-KR" b="1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 </a:t>
            </a:r>
            <a:r>
              <a:rPr lang="ko-KR" altLang="en-US" b="1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모든 세대가 막걸리 뿐만 아니라</a:t>
            </a:r>
            <a:endParaRPr lang="en-US" altLang="ko-KR" b="1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r>
              <a:rPr lang="en-US" altLang="ko-KR" b="1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 </a:t>
            </a:r>
            <a:r>
              <a:rPr lang="ko-KR" altLang="en-US" b="1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다양한 우리 술을 알고 찾게끔 </a:t>
            </a:r>
            <a:endParaRPr lang="en-US" altLang="ko-KR" b="1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r>
              <a:rPr lang="en-US" altLang="ko-KR" b="1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 </a:t>
            </a:r>
            <a:r>
              <a:rPr lang="ko-KR" altLang="en-US" b="1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우리 술</a:t>
            </a:r>
            <a:r>
              <a:rPr lang="en-US" altLang="ko-KR" b="1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b="1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정보 사이트 제작 </a:t>
            </a:r>
            <a:endParaRPr lang="en-US" altLang="ko-KR" b="1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r>
              <a:rPr lang="ko-KR" altLang="en-US" b="1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   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4A26E57-BC44-4D26-9110-C1701789D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31" y="1765227"/>
            <a:ext cx="6681326" cy="3847612"/>
          </a:xfrm>
          <a:prstGeom prst="rect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</a:ln>
        </p:spPr>
      </p:pic>
      <p:sp>
        <p:nvSpPr>
          <p:cNvPr id="19" name="사각형: 둥근 모서리 13">
            <a:extLst>
              <a:ext uri="{FF2B5EF4-FFF2-40B4-BE49-F238E27FC236}">
                <a16:creationId xmlns:a16="http://schemas.microsoft.com/office/drawing/2014/main" id="{AD4D0164-6075-4F20-B2AA-15809BE3D6C2}"/>
              </a:ext>
            </a:extLst>
          </p:cNvPr>
          <p:cNvSpPr/>
          <p:nvPr/>
        </p:nvSpPr>
        <p:spPr>
          <a:xfrm>
            <a:off x="7832328" y="2795417"/>
            <a:ext cx="134292" cy="142250"/>
          </a:xfrm>
          <a:prstGeom prst="ellipse">
            <a:avLst/>
          </a:prstGeom>
          <a:solidFill>
            <a:schemeClr val="bg1"/>
          </a:solidFill>
          <a:ln w="25400">
            <a:solidFill>
              <a:srgbClr val="D993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>
              <a:solidFill>
                <a:srgbClr val="49342E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6D9F7B2-006B-4C83-9FD9-2B1EF441254A}"/>
              </a:ext>
            </a:extLst>
          </p:cNvPr>
          <p:cNvSpPr/>
          <p:nvPr/>
        </p:nvSpPr>
        <p:spPr>
          <a:xfrm>
            <a:off x="627838" y="956790"/>
            <a:ext cx="6580930" cy="6110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10000"/>
              </a:lnSpc>
              <a:defRPr/>
            </a:pP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야놀자 야체 B"/>
                <a:ea typeface="나눔스퀘어라운드 Regular" panose="020B0600000101010101" pitchFamily="50" charset="-127"/>
              </a:rPr>
              <a:t>기사</a:t>
            </a: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2</a:t>
            </a:r>
            <a:endParaRPr lang="ko-KR" altLang="en-US" sz="3200" b="1" kern="0" dirty="0">
              <a:solidFill>
                <a:prstClr val="black">
                  <a:lumMod val="75000"/>
                  <a:lumOff val="25000"/>
                </a:prstClr>
              </a:solidFill>
              <a:latin typeface="야놀자 야체 B"/>
              <a:ea typeface="나눔스퀘어라운드 Regular" panose="020B0600000101010101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4316ECE-51C8-4EEA-AA00-A5A94D8AC494}"/>
              </a:ext>
            </a:extLst>
          </p:cNvPr>
          <p:cNvSpPr/>
          <p:nvPr/>
        </p:nvSpPr>
        <p:spPr>
          <a:xfrm>
            <a:off x="5343788" y="4001709"/>
            <a:ext cx="503340" cy="3102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11" name="사각형: 둥근 모서리 13">
            <a:extLst>
              <a:ext uri="{FF2B5EF4-FFF2-40B4-BE49-F238E27FC236}">
                <a16:creationId xmlns:a16="http://schemas.microsoft.com/office/drawing/2014/main" id="{5B28C933-33E4-4C22-A01B-5D584E621917}"/>
              </a:ext>
            </a:extLst>
          </p:cNvPr>
          <p:cNvSpPr/>
          <p:nvPr/>
        </p:nvSpPr>
        <p:spPr>
          <a:xfrm>
            <a:off x="7832328" y="1874061"/>
            <a:ext cx="134292" cy="142250"/>
          </a:xfrm>
          <a:prstGeom prst="ellipse">
            <a:avLst/>
          </a:prstGeom>
          <a:solidFill>
            <a:schemeClr val="bg1"/>
          </a:solidFill>
          <a:ln w="25400">
            <a:solidFill>
              <a:srgbClr val="D993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>
              <a:solidFill>
                <a:srgbClr val="49342E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03FB433-88CD-4EAA-861A-DEA7485B02AF}"/>
              </a:ext>
            </a:extLst>
          </p:cNvPr>
          <p:cNvSpPr/>
          <p:nvPr/>
        </p:nvSpPr>
        <p:spPr>
          <a:xfrm>
            <a:off x="861896" y="19614"/>
            <a:ext cx="6580930" cy="6110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10000"/>
              </a:lnSpc>
              <a:defRPr/>
            </a:pP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1.2</a:t>
            </a: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야놀자 야체 B"/>
                <a:ea typeface="나눔스퀘어라운드 Regular" panose="020B0600000101010101" pitchFamily="50" charset="-127"/>
              </a:rPr>
              <a:t> 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야놀자 야체 B"/>
                <a:ea typeface="나눔스퀘어라운드 Regular" panose="020B0600000101010101" pitchFamily="50" charset="-127"/>
              </a:rPr>
              <a:t>술술 웹사이트 제작 목적</a:t>
            </a: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16BF680A-7E3E-4F2A-820C-C51556F51D2D}"/>
              </a:ext>
            </a:extLst>
          </p:cNvPr>
          <p:cNvSpPr/>
          <p:nvPr/>
        </p:nvSpPr>
        <p:spPr>
          <a:xfrm>
            <a:off x="7832328" y="3955489"/>
            <a:ext cx="416825" cy="402671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685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5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47559" y="740200"/>
            <a:ext cx="11707374" cy="5897666"/>
          </a:xfrm>
          <a:prstGeom prst="rect">
            <a:avLst/>
          </a:prstGeom>
          <a:solidFill>
            <a:schemeClr val="bg1"/>
          </a:solidFill>
          <a:ln w="41275">
            <a:solidFill>
              <a:srgbClr val="D993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>
              <a:defRPr/>
            </a:pPr>
            <a:endParaRPr lang="ko-KR" altLang="en-US" sz="1800" b="1" kern="0" dirty="0">
              <a:solidFill>
                <a:prstClr val="black">
                  <a:lumMod val="75000"/>
                  <a:lumOff val="25000"/>
                </a:prstClr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88513E4-D36B-483B-BB84-A96E95D45F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00" y="-52353"/>
            <a:ext cx="880477" cy="880477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3BA10F37-98AA-43EB-BB7D-D2EB6DC5C482}"/>
              </a:ext>
            </a:extLst>
          </p:cNvPr>
          <p:cNvSpPr/>
          <p:nvPr/>
        </p:nvSpPr>
        <p:spPr>
          <a:xfrm>
            <a:off x="861895" y="35112"/>
            <a:ext cx="800313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2.1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‘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술술</a:t>
            </a: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’ 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웹사이트 구성</a:t>
            </a: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: 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메인 페이지 </a:t>
            </a: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UI</a:t>
            </a:r>
            <a:endParaRPr lang="ko-KR" altLang="en-US" sz="3200" b="1" kern="0" dirty="0">
              <a:solidFill>
                <a:prstClr val="black">
                  <a:lumMod val="75000"/>
                  <a:lumOff val="25000"/>
                </a:prstClr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CBD1AE-A807-4B27-A8F3-4DF2AA106BAA}"/>
              </a:ext>
            </a:extLst>
          </p:cNvPr>
          <p:cNvSpPr txBox="1"/>
          <p:nvPr/>
        </p:nvSpPr>
        <p:spPr>
          <a:xfrm>
            <a:off x="2187390" y="5459297"/>
            <a:ext cx="10807191" cy="1298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검색 창 위 상단은 고정 바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‘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사이트 소개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’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메뉴와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‘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우리 술 종류</a:t>
            </a:r>
            <a:r>
              <a:rPr lang="en-US" altLang="ko-KR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’</a:t>
            </a:r>
            <a:r>
              <a:rPr lang="ko-KR" altLang="en-US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메뉴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배치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상단 고정 바 왼쪽에서 술술 그림 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or ‘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술술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’ 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키워드 누를 시  메인 페이지로 이동</a:t>
            </a: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메뉴 아래 검색창에 검색어 입력 및 탐색 가능 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2B789A6-C62A-42BE-83B1-AAAD188211B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0"/>
          <a:stretch/>
        </p:blipFill>
        <p:spPr>
          <a:xfrm>
            <a:off x="2187390" y="1241570"/>
            <a:ext cx="8292352" cy="4135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862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5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47559" y="740200"/>
            <a:ext cx="11707374" cy="5897666"/>
          </a:xfrm>
          <a:prstGeom prst="rect">
            <a:avLst/>
          </a:prstGeom>
          <a:solidFill>
            <a:schemeClr val="bg1"/>
          </a:solidFill>
          <a:ln w="41275">
            <a:solidFill>
              <a:srgbClr val="D993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>
              <a:defRPr/>
            </a:pPr>
            <a:endParaRPr lang="ko-KR" altLang="en-US" sz="1800" b="1" kern="0" dirty="0">
              <a:solidFill>
                <a:prstClr val="black">
                  <a:lumMod val="75000"/>
                  <a:lumOff val="25000"/>
                </a:prstClr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88513E4-D36B-483B-BB84-A96E95D45F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00" y="-52353"/>
            <a:ext cx="880477" cy="880477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3BA10F37-98AA-43EB-BB7D-D2EB6DC5C482}"/>
              </a:ext>
            </a:extLst>
          </p:cNvPr>
          <p:cNvSpPr/>
          <p:nvPr/>
        </p:nvSpPr>
        <p:spPr>
          <a:xfrm>
            <a:off x="861895" y="35112"/>
            <a:ext cx="1028707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2.2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‘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술술</a:t>
            </a: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’ 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웹사이트 구성</a:t>
            </a: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: ‘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사이트 소개</a:t>
            </a: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’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페이지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56472B-663B-4971-B4A2-F06ABA712446}"/>
              </a:ext>
            </a:extLst>
          </p:cNvPr>
          <p:cNvSpPr txBox="1"/>
          <p:nvPr/>
        </p:nvSpPr>
        <p:spPr>
          <a:xfrm>
            <a:off x="2187390" y="5574514"/>
            <a:ext cx="10807191" cy="1603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사이트를 소개하는 페이지</a:t>
            </a:r>
            <a:r>
              <a:rPr lang="en-US" altLang="ko-KR" b="1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 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상단 고정 바에서 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‘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술술 소개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’ 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메뉴를 눌러서 접근 가능</a:t>
            </a: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820916D-64EC-4319-9C4D-E2C8A370A0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390" y="1233182"/>
            <a:ext cx="8285395" cy="415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032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5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47559" y="740200"/>
            <a:ext cx="11707374" cy="5897666"/>
          </a:xfrm>
          <a:prstGeom prst="rect">
            <a:avLst/>
          </a:prstGeom>
          <a:solidFill>
            <a:schemeClr val="bg1"/>
          </a:solidFill>
          <a:ln w="41275">
            <a:solidFill>
              <a:srgbClr val="D993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>
              <a:defRPr/>
            </a:pPr>
            <a:endParaRPr lang="ko-KR" altLang="en-US" sz="1800" b="1" kern="0" dirty="0">
              <a:solidFill>
                <a:prstClr val="black">
                  <a:lumMod val="75000"/>
                  <a:lumOff val="25000"/>
                </a:prstClr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88513E4-D36B-483B-BB84-A96E95D45F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00" y="-52353"/>
            <a:ext cx="880477" cy="88047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C56472B-663B-4971-B4A2-F06ABA712446}"/>
              </a:ext>
            </a:extLst>
          </p:cNvPr>
          <p:cNvSpPr txBox="1"/>
          <p:nvPr/>
        </p:nvSpPr>
        <p:spPr>
          <a:xfrm>
            <a:off x="2187389" y="5514683"/>
            <a:ext cx="10807191" cy="1603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정보를 볼 수 있는 술 종류 리스트</a:t>
            </a:r>
            <a:r>
              <a:rPr lang="en-US" altLang="ko-KR" b="1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</a:t>
            </a:r>
            <a:r>
              <a:rPr lang="ko-KR" altLang="en-US" b="1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상단 고정 바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-‘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우리 술 종류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’ 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메뉴를 누르면 접근 가능</a:t>
            </a: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원하는 술을 누르면 해당 우리 술을 설명하는 페이지로 이동</a:t>
            </a: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5C0C830-5120-4D68-BA73-2785C4EB2C9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2"/>
          <a:stretch/>
        </p:blipFill>
        <p:spPr>
          <a:xfrm>
            <a:off x="2187388" y="1233181"/>
            <a:ext cx="8271691" cy="4138441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009A15FE-64AC-4C71-A30A-034329D84976}"/>
              </a:ext>
            </a:extLst>
          </p:cNvPr>
          <p:cNvSpPr/>
          <p:nvPr/>
        </p:nvSpPr>
        <p:spPr>
          <a:xfrm>
            <a:off x="861895" y="35112"/>
            <a:ext cx="800313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2.2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‘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술술</a:t>
            </a: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’ 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웹사이트 구성</a:t>
            </a: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: ‘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우리 술 종류</a:t>
            </a: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’ 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메뉴 </a:t>
            </a: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UI</a:t>
            </a:r>
            <a:endParaRPr lang="ko-KR" altLang="en-US" sz="3200" b="1" kern="0" dirty="0">
              <a:solidFill>
                <a:prstClr val="black">
                  <a:lumMod val="75000"/>
                  <a:lumOff val="25000"/>
                </a:prstClr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5776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5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47559" y="740200"/>
            <a:ext cx="11707374" cy="5897666"/>
          </a:xfrm>
          <a:prstGeom prst="rect">
            <a:avLst/>
          </a:prstGeom>
          <a:solidFill>
            <a:schemeClr val="bg1"/>
          </a:solidFill>
          <a:ln w="41275">
            <a:solidFill>
              <a:srgbClr val="D993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>
              <a:defRPr/>
            </a:pPr>
            <a:endParaRPr lang="ko-KR" altLang="en-US" sz="1800" b="1" kern="0" dirty="0">
              <a:solidFill>
                <a:prstClr val="black">
                  <a:lumMod val="75000"/>
                  <a:lumOff val="25000"/>
                </a:prstClr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88513E4-D36B-483B-BB84-A96E95D45F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00" y="-52353"/>
            <a:ext cx="880477" cy="88047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C56472B-663B-4971-B4A2-F06ABA712446}"/>
              </a:ext>
            </a:extLst>
          </p:cNvPr>
          <p:cNvSpPr txBox="1"/>
          <p:nvPr/>
        </p:nvSpPr>
        <p:spPr>
          <a:xfrm>
            <a:off x="2187389" y="5514599"/>
            <a:ext cx="10807191" cy="1908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‘</a:t>
            </a:r>
            <a:r>
              <a:rPr lang="ko-KR" altLang="en-US" b="1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막걸리</a:t>
            </a:r>
            <a:r>
              <a:rPr lang="en-US" altLang="ko-KR" b="1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’</a:t>
            </a:r>
            <a:r>
              <a:rPr lang="ko-KR" altLang="en-US" b="1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설명 페이지</a:t>
            </a:r>
            <a:r>
              <a:rPr lang="en-US" altLang="ko-KR" b="1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상단 메뉴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-‘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우리 술 종류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’- ‘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막걸리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’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를  눌러서 접근 가능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도수와 특징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,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어울리는 음식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, 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대표 상품 등을 명시할 예정</a:t>
            </a: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en-US" altLang="ko-KR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4" name="그림 3" descr="텍스트이(가) 표시된 사진&#10;&#10;자동 생성된 설명">
            <a:extLst>
              <a:ext uri="{FF2B5EF4-FFF2-40B4-BE49-F238E27FC236}">
                <a16:creationId xmlns:a16="http://schemas.microsoft.com/office/drawing/2014/main" id="{4B50D322-6D9B-4B9E-9B34-A25D1E1A8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389" y="1226947"/>
            <a:ext cx="8278554" cy="4146176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B9938BE-239B-4969-A60B-AD688F1BCF6A}"/>
              </a:ext>
            </a:extLst>
          </p:cNvPr>
          <p:cNvSpPr/>
          <p:nvPr/>
        </p:nvSpPr>
        <p:spPr>
          <a:xfrm>
            <a:off x="861895" y="35112"/>
            <a:ext cx="800313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2.2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‘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술술</a:t>
            </a: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’ 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웹사이트 구성</a:t>
            </a: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: 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술 설명 페이지 예시</a:t>
            </a:r>
          </a:p>
        </p:txBody>
      </p:sp>
    </p:spTree>
    <p:extLst>
      <p:ext uri="{BB962C8B-B14F-4D97-AF65-F5344CB8AC3E}">
        <p14:creationId xmlns:p14="http://schemas.microsoft.com/office/powerpoint/2010/main" val="4004802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5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47559" y="740200"/>
            <a:ext cx="11707374" cy="5897666"/>
          </a:xfrm>
          <a:prstGeom prst="rect">
            <a:avLst/>
          </a:prstGeom>
          <a:solidFill>
            <a:schemeClr val="bg1"/>
          </a:solidFill>
          <a:ln w="41275">
            <a:solidFill>
              <a:srgbClr val="D993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8DD1C0-E43E-4FB9-8BF2-69D6B19C1E6A}"/>
              </a:ext>
            </a:extLst>
          </p:cNvPr>
          <p:cNvSpPr txBox="1"/>
          <p:nvPr/>
        </p:nvSpPr>
        <p:spPr>
          <a:xfrm>
            <a:off x="3299013" y="2134697"/>
            <a:ext cx="6284257" cy="31086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45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이상</a:t>
            </a:r>
            <a:r>
              <a:rPr lang="en-US" altLang="ko-KR" sz="45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, </a:t>
            </a:r>
            <a:r>
              <a:rPr lang="ko-KR" altLang="en-US" sz="45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우리 술 소개 사이트 술술 소개를 마칩니다</a:t>
            </a:r>
            <a:r>
              <a:rPr lang="en-US" altLang="ko-KR" sz="45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45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감사합니다</a:t>
            </a:r>
            <a:r>
              <a:rPr lang="en-US" altLang="ko-KR" sz="45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</a:t>
            </a:r>
            <a:endParaRPr lang="ko-KR" altLang="en-US" sz="45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F0345063-02B8-4EBF-902D-FD2221CDD5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00" y="-52353"/>
            <a:ext cx="880477" cy="880477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0F36EAA7-EA26-463D-BB0D-51C9FBA7EF15}"/>
              </a:ext>
            </a:extLst>
          </p:cNvPr>
          <p:cNvSpPr/>
          <p:nvPr/>
        </p:nvSpPr>
        <p:spPr>
          <a:xfrm>
            <a:off x="861895" y="35112"/>
            <a:ext cx="800313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우리 술 정보 사이트</a:t>
            </a: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,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‘</a:t>
            </a:r>
            <a:r>
              <a:rPr lang="ko-KR" altLang="en-US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술술</a:t>
            </a:r>
            <a:r>
              <a:rPr lang="en-US" altLang="ko-KR" sz="32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’</a:t>
            </a:r>
            <a:endParaRPr lang="ko-KR" altLang="en-US" sz="3200" b="1" kern="0" dirty="0">
              <a:solidFill>
                <a:prstClr val="black">
                  <a:lumMod val="75000"/>
                  <a:lumOff val="25000"/>
                </a:prstClr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2923138"/>
      </p:ext>
    </p:extLst>
  </p:cSld>
  <p:clrMapOvr>
    <a:masterClrMapping/>
  </p:clrMapOvr>
</p:sld>
</file>

<file path=ppt/theme/theme1.xml><?xml version="1.0" encoding="utf-8"?>
<a:theme xmlns:a="http://schemas.openxmlformats.org/drawingml/2006/main" name="30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378</Words>
  <Application>Microsoft Office PowerPoint</Application>
  <PresentationFormat>와이드스크린</PresentationFormat>
  <Paragraphs>81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나눔스퀘어라운드 Regular</vt:lpstr>
      <vt:lpstr>맑은 고딕</vt:lpstr>
      <vt:lpstr>야놀자 야체 B</vt:lpstr>
      <vt:lpstr>Arial</vt:lpstr>
      <vt:lpstr>30_Office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조현석</dc:creator>
  <cp:lastModifiedBy>배대철</cp:lastModifiedBy>
  <cp:revision>36</cp:revision>
  <dcterms:created xsi:type="dcterms:W3CDTF">2021-03-04T02:29:28Z</dcterms:created>
  <dcterms:modified xsi:type="dcterms:W3CDTF">2021-05-24T13:39:05Z</dcterms:modified>
</cp:coreProperties>
</file>